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333" r:id="rId3"/>
    <p:sldId id="334" r:id="rId4"/>
    <p:sldId id="338" r:id="rId5"/>
    <p:sldId id="345" r:id="rId6"/>
    <p:sldId id="341" r:id="rId7"/>
    <p:sldId id="346" r:id="rId8"/>
    <p:sldId id="336" r:id="rId9"/>
    <p:sldId id="339" r:id="rId10"/>
    <p:sldId id="342" r:id="rId11"/>
    <p:sldId id="335" r:id="rId12"/>
    <p:sldId id="343" r:id="rId13"/>
    <p:sldId id="344" r:id="rId14"/>
    <p:sldId id="33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70AE99-A0CD-E143-B16C-BF0C0E322754}" v="22" dt="2025-03-17T15:36:57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/>
    <p:restoredTop sz="88036"/>
  </p:normalViewPr>
  <p:slideViewPr>
    <p:cSldViewPr snapToGrid="0">
      <p:cViewPr varScale="1">
        <p:scale>
          <a:sx n="129" d="100"/>
          <a:sy n="129" d="100"/>
        </p:scale>
        <p:origin x="1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B Fernandes" userId="6d96ad7d-4ada-4a90-936f-060428e74a02" providerId="ADAL" clId="{3070AE99-A0CD-E143-B16C-BF0C0E322754}"/>
    <pc:docChg chg="undo custSel addSld delSld modSld sldOrd">
      <pc:chgData name="Samuel B Fernandes" userId="6d96ad7d-4ada-4a90-936f-060428e74a02" providerId="ADAL" clId="{3070AE99-A0CD-E143-B16C-BF0C0E322754}" dt="2025-03-19T13:54:02.498" v="417" actId="2696"/>
      <pc:docMkLst>
        <pc:docMk/>
      </pc:docMkLst>
      <pc:sldChg chg="add">
        <pc:chgData name="Samuel B Fernandes" userId="6d96ad7d-4ada-4a90-936f-060428e74a02" providerId="ADAL" clId="{3070AE99-A0CD-E143-B16C-BF0C0E322754}" dt="2025-03-17T14:31:26.159" v="1"/>
        <pc:sldMkLst>
          <pc:docMk/>
          <pc:sldMk cId="366798779" sldId="271"/>
        </pc:sldMkLst>
      </pc:sldChg>
      <pc:sldChg chg="delSp modSp mod ord">
        <pc:chgData name="Samuel B Fernandes" userId="6d96ad7d-4ada-4a90-936f-060428e74a02" providerId="ADAL" clId="{3070AE99-A0CD-E143-B16C-BF0C0E322754}" dt="2025-03-17T14:31:40.460" v="6" actId="478"/>
        <pc:sldMkLst>
          <pc:docMk/>
          <pc:sldMk cId="3903830509" sldId="333"/>
        </pc:sldMkLst>
        <pc:spChg chg="mod">
          <ac:chgData name="Samuel B Fernandes" userId="6d96ad7d-4ada-4a90-936f-060428e74a02" providerId="ADAL" clId="{3070AE99-A0CD-E143-B16C-BF0C0E322754}" dt="2025-03-17T14:31:37.558" v="5"/>
          <ac:spMkLst>
            <pc:docMk/>
            <pc:sldMk cId="3903830509" sldId="333"/>
            <ac:spMk id="2" creationId="{ACFAFD8B-91DA-157E-01E6-E68C0246D475}"/>
          </ac:spMkLst>
        </pc:spChg>
      </pc:sldChg>
      <pc:sldChg chg="ord">
        <pc:chgData name="Samuel B Fernandes" userId="6d96ad7d-4ada-4a90-936f-060428e74a02" providerId="ADAL" clId="{3070AE99-A0CD-E143-B16C-BF0C0E322754}" dt="2025-03-17T14:33:22.119" v="7" actId="20578"/>
        <pc:sldMkLst>
          <pc:docMk/>
          <pc:sldMk cId="918163996" sldId="334"/>
        </pc:sldMkLst>
      </pc:sldChg>
      <pc:sldChg chg="addSp delSp modSp mod delAnim">
        <pc:chgData name="Samuel B Fernandes" userId="6d96ad7d-4ada-4a90-936f-060428e74a02" providerId="ADAL" clId="{3070AE99-A0CD-E143-B16C-BF0C0E322754}" dt="2025-03-17T15:23:20.681" v="310" actId="1076"/>
        <pc:sldMkLst>
          <pc:docMk/>
          <pc:sldMk cId="3076703834" sldId="335"/>
        </pc:sldMkLst>
        <pc:spChg chg="add del mod">
          <ac:chgData name="Samuel B Fernandes" userId="6d96ad7d-4ada-4a90-936f-060428e74a02" providerId="ADAL" clId="{3070AE99-A0CD-E143-B16C-BF0C0E322754}" dt="2025-03-17T15:22:19.887" v="236" actId="1035"/>
          <ac:spMkLst>
            <pc:docMk/>
            <pc:sldMk cId="3076703834" sldId="335"/>
            <ac:spMk id="2" creationId="{3FB9A3DA-1968-78A2-6ED1-1D227B4B7030}"/>
          </ac:spMkLst>
        </pc:spChg>
        <pc:spChg chg="mod">
          <ac:chgData name="Samuel B Fernandes" userId="6d96ad7d-4ada-4a90-936f-060428e74a02" providerId="ADAL" clId="{3070AE99-A0CD-E143-B16C-BF0C0E322754}" dt="2025-03-17T15:23:20.681" v="310" actId="1076"/>
          <ac:spMkLst>
            <pc:docMk/>
            <pc:sldMk cId="3076703834" sldId="335"/>
            <ac:spMk id="6" creationId="{668FA3FC-74F6-6CEE-F710-9E9E781ED062}"/>
          </ac:spMkLst>
        </pc:spChg>
        <pc:spChg chg="mod">
          <ac:chgData name="Samuel B Fernandes" userId="6d96ad7d-4ada-4a90-936f-060428e74a02" providerId="ADAL" clId="{3070AE99-A0CD-E143-B16C-BF0C0E322754}" dt="2025-03-17T15:22:50" v="262" actId="1076"/>
          <ac:spMkLst>
            <pc:docMk/>
            <pc:sldMk cId="3076703834" sldId="335"/>
            <ac:spMk id="19" creationId="{8FB7E772-02C5-ECBF-201D-458672AC2769}"/>
          </ac:spMkLst>
        </pc:spChg>
        <pc:grpChg chg="mod">
          <ac:chgData name="Samuel B Fernandes" userId="6d96ad7d-4ada-4a90-936f-060428e74a02" providerId="ADAL" clId="{3070AE99-A0CD-E143-B16C-BF0C0E322754}" dt="2025-03-17T15:23:10.718" v="309" actId="1035"/>
          <ac:grpSpMkLst>
            <pc:docMk/>
            <pc:sldMk cId="3076703834" sldId="335"/>
            <ac:grpSpMk id="7" creationId="{42C706DB-B6EC-FA18-415C-CD84C384074A}"/>
          </ac:grpSpMkLst>
        </pc:grpChg>
        <pc:grpChg chg="mod">
          <ac:chgData name="Samuel B Fernandes" userId="6d96ad7d-4ada-4a90-936f-060428e74a02" providerId="ADAL" clId="{3070AE99-A0CD-E143-B16C-BF0C0E322754}" dt="2025-03-17T15:22:19.887" v="236" actId="1035"/>
          <ac:grpSpMkLst>
            <pc:docMk/>
            <pc:sldMk cId="3076703834" sldId="335"/>
            <ac:grpSpMk id="16" creationId="{106923F4-ECE4-35DC-1DA6-CFC9A14034F1}"/>
          </ac:grpSpMkLst>
        </pc:grpChg>
        <pc:grpChg chg="mod">
          <ac:chgData name="Samuel B Fernandes" userId="6d96ad7d-4ada-4a90-936f-060428e74a02" providerId="ADAL" clId="{3070AE99-A0CD-E143-B16C-BF0C0E322754}" dt="2025-03-17T15:23:10.718" v="309" actId="1035"/>
          <ac:grpSpMkLst>
            <pc:docMk/>
            <pc:sldMk cId="3076703834" sldId="335"/>
            <ac:grpSpMk id="17" creationId="{37B6F672-4145-C1AA-1DE8-53ACEE50DCEA}"/>
          </ac:grpSpMkLst>
        </pc:grpChg>
        <pc:picChg chg="mod">
          <ac:chgData name="Samuel B Fernandes" userId="6d96ad7d-4ada-4a90-936f-060428e74a02" providerId="ADAL" clId="{3070AE99-A0CD-E143-B16C-BF0C0E322754}" dt="2025-03-17T15:22:26.675" v="259" actId="1035"/>
          <ac:picMkLst>
            <pc:docMk/>
            <pc:sldMk cId="3076703834" sldId="335"/>
            <ac:picMk id="4" creationId="{02E77985-D5AC-9DE2-6C52-0C9EB7A50C89}"/>
          </ac:picMkLst>
        </pc:picChg>
      </pc:sldChg>
      <pc:sldChg chg="ord">
        <pc:chgData name="Samuel B Fernandes" userId="6d96ad7d-4ada-4a90-936f-060428e74a02" providerId="ADAL" clId="{3070AE99-A0CD-E143-B16C-BF0C0E322754}" dt="2025-03-17T15:27:47.150" v="317" actId="20578"/>
        <pc:sldMkLst>
          <pc:docMk/>
          <pc:sldMk cId="1795368337" sldId="336"/>
        </pc:sldMkLst>
      </pc:sldChg>
      <pc:sldChg chg="modSp mod">
        <pc:chgData name="Samuel B Fernandes" userId="6d96ad7d-4ada-4a90-936f-060428e74a02" providerId="ADAL" clId="{3070AE99-A0CD-E143-B16C-BF0C0E322754}" dt="2025-03-17T15:34:21.933" v="381" actId="20577"/>
        <pc:sldMkLst>
          <pc:docMk/>
          <pc:sldMk cId="1166154264" sldId="337"/>
        </pc:sldMkLst>
        <pc:spChg chg="mod">
          <ac:chgData name="Samuel B Fernandes" userId="6d96ad7d-4ada-4a90-936f-060428e74a02" providerId="ADAL" clId="{3070AE99-A0CD-E143-B16C-BF0C0E322754}" dt="2025-03-17T15:34:21.933" v="381" actId="20577"/>
          <ac:spMkLst>
            <pc:docMk/>
            <pc:sldMk cId="1166154264" sldId="337"/>
            <ac:spMk id="3" creationId="{ACF7091E-9E69-A2AA-CEF9-704731E32AEA}"/>
          </ac:spMkLst>
        </pc:spChg>
      </pc:sldChg>
      <pc:sldChg chg="modSp mod ord">
        <pc:chgData name="Samuel B Fernandes" userId="6d96ad7d-4ada-4a90-936f-060428e74a02" providerId="ADAL" clId="{3070AE99-A0CD-E143-B16C-BF0C0E322754}" dt="2025-03-17T14:55:04.417" v="78" actId="20577"/>
        <pc:sldMkLst>
          <pc:docMk/>
          <pc:sldMk cId="224487516" sldId="338"/>
        </pc:sldMkLst>
        <pc:spChg chg="mod">
          <ac:chgData name="Samuel B Fernandes" userId="6d96ad7d-4ada-4a90-936f-060428e74a02" providerId="ADAL" clId="{3070AE99-A0CD-E143-B16C-BF0C0E322754}" dt="2025-03-17T14:55:04.417" v="78" actId="20577"/>
          <ac:spMkLst>
            <pc:docMk/>
            <pc:sldMk cId="224487516" sldId="338"/>
            <ac:spMk id="2" creationId="{A05E74ED-BFBF-0AE4-A563-289ACDA2C8A4}"/>
          </ac:spMkLst>
        </pc:spChg>
      </pc:sldChg>
      <pc:sldChg chg="ord">
        <pc:chgData name="Samuel B Fernandes" userId="6d96ad7d-4ada-4a90-936f-060428e74a02" providerId="ADAL" clId="{3070AE99-A0CD-E143-B16C-BF0C0E322754}" dt="2025-03-17T15:27:58.555" v="318" actId="20578"/>
        <pc:sldMkLst>
          <pc:docMk/>
          <pc:sldMk cId="9744362" sldId="339"/>
        </pc:sldMkLst>
      </pc:sldChg>
      <pc:sldChg chg="del ord">
        <pc:chgData name="Samuel B Fernandes" userId="6d96ad7d-4ada-4a90-936f-060428e74a02" providerId="ADAL" clId="{3070AE99-A0CD-E143-B16C-BF0C0E322754}" dt="2025-03-17T15:19:57.433" v="200" actId="2696"/>
        <pc:sldMkLst>
          <pc:docMk/>
          <pc:sldMk cId="3212837905" sldId="340"/>
        </pc:sldMkLst>
      </pc:sldChg>
      <pc:sldChg chg="addSp modSp mod ord">
        <pc:chgData name="Samuel B Fernandes" userId="6d96ad7d-4ada-4a90-936f-060428e74a02" providerId="ADAL" clId="{3070AE99-A0CD-E143-B16C-BF0C0E322754}" dt="2025-03-17T15:13:18.666" v="191" actId="571"/>
        <pc:sldMkLst>
          <pc:docMk/>
          <pc:sldMk cId="2703350944" sldId="341"/>
        </pc:sldMkLst>
        <pc:spChg chg="mod">
          <ac:chgData name="Samuel B Fernandes" userId="6d96ad7d-4ada-4a90-936f-060428e74a02" providerId="ADAL" clId="{3070AE99-A0CD-E143-B16C-BF0C0E322754}" dt="2025-03-17T14:58:28.926" v="128" actId="6549"/>
          <ac:spMkLst>
            <pc:docMk/>
            <pc:sldMk cId="2703350944" sldId="341"/>
            <ac:spMk id="2" creationId="{8F24519B-6352-4D36-62AF-8C03E91C7EAD}"/>
          </ac:spMkLst>
        </pc:spChg>
      </pc:sldChg>
      <pc:sldChg chg="modSp mod ord">
        <pc:chgData name="Samuel B Fernandes" userId="6d96ad7d-4ada-4a90-936f-060428e74a02" providerId="ADAL" clId="{3070AE99-A0CD-E143-B16C-BF0C0E322754}" dt="2025-03-17T15:20:07.341" v="201" actId="113"/>
        <pc:sldMkLst>
          <pc:docMk/>
          <pc:sldMk cId="3740937480" sldId="342"/>
        </pc:sldMkLst>
        <pc:spChg chg="mod">
          <ac:chgData name="Samuel B Fernandes" userId="6d96ad7d-4ada-4a90-936f-060428e74a02" providerId="ADAL" clId="{3070AE99-A0CD-E143-B16C-BF0C0E322754}" dt="2025-03-17T15:20:07.341" v="201" actId="113"/>
          <ac:spMkLst>
            <pc:docMk/>
            <pc:sldMk cId="3740937480" sldId="342"/>
            <ac:spMk id="2" creationId="{FA1E768E-C2A6-8EAA-5697-EE4CF2889E44}"/>
          </ac:spMkLst>
        </pc:spChg>
      </pc:sldChg>
      <pc:sldChg chg="addSp delSp modSp mod delAnim modAnim">
        <pc:chgData name="Samuel B Fernandes" userId="6d96ad7d-4ada-4a90-936f-060428e74a02" providerId="ADAL" clId="{3070AE99-A0CD-E143-B16C-BF0C0E322754}" dt="2025-03-17T15:36:57.646" v="416"/>
        <pc:sldMkLst>
          <pc:docMk/>
          <pc:sldMk cId="1042981932" sldId="343"/>
        </pc:sldMkLst>
        <pc:spChg chg="mod">
          <ac:chgData name="Samuel B Fernandes" userId="6d96ad7d-4ada-4a90-936f-060428e74a02" providerId="ADAL" clId="{3070AE99-A0CD-E143-B16C-BF0C0E322754}" dt="2025-03-17T15:35:48.543" v="387" actId="1076"/>
          <ac:spMkLst>
            <pc:docMk/>
            <pc:sldMk cId="1042981932" sldId="343"/>
            <ac:spMk id="2" creationId="{F74E3C1E-E23B-C8EC-A79B-6CBA197BD6A1}"/>
          </ac:spMkLst>
        </pc:spChg>
        <pc:spChg chg="mod">
          <ac:chgData name="Samuel B Fernandes" userId="6d96ad7d-4ada-4a90-936f-060428e74a02" providerId="ADAL" clId="{3070AE99-A0CD-E143-B16C-BF0C0E322754}" dt="2025-03-17T15:35:58.582" v="391"/>
          <ac:spMkLst>
            <pc:docMk/>
            <pc:sldMk cId="1042981932" sldId="343"/>
            <ac:spMk id="6" creationId="{32855D70-61E9-F915-CF79-2484F88E6FAE}"/>
          </ac:spMkLst>
        </pc:spChg>
        <pc:spChg chg="mod">
          <ac:chgData name="Samuel B Fernandes" userId="6d96ad7d-4ada-4a90-936f-060428e74a02" providerId="ADAL" clId="{3070AE99-A0CD-E143-B16C-BF0C0E322754}" dt="2025-03-17T15:35:58.582" v="391"/>
          <ac:spMkLst>
            <pc:docMk/>
            <pc:sldMk cId="1042981932" sldId="343"/>
            <ac:spMk id="10" creationId="{B3A33770-71CB-FD71-E854-62EA3B28362A}"/>
          </ac:spMkLst>
        </pc:spChg>
        <pc:grpChg chg="add mod">
          <ac:chgData name="Samuel B Fernandes" userId="6d96ad7d-4ada-4a90-936f-060428e74a02" providerId="ADAL" clId="{3070AE99-A0CD-E143-B16C-BF0C0E322754}" dt="2025-03-17T15:36:07.807" v="412" actId="1035"/>
          <ac:grpSpMkLst>
            <pc:docMk/>
            <pc:sldMk cId="1042981932" sldId="343"/>
            <ac:grpSpMk id="5" creationId="{062B38CB-43F5-6391-7CE7-FA7A1A36B290}"/>
          </ac:grpSpMkLst>
        </pc:grpChg>
        <pc:picChg chg="add mod">
          <ac:chgData name="Samuel B Fernandes" userId="6d96ad7d-4ada-4a90-936f-060428e74a02" providerId="ADAL" clId="{3070AE99-A0CD-E143-B16C-BF0C0E322754}" dt="2025-03-17T15:36:07.807" v="412" actId="1035"/>
          <ac:picMkLst>
            <pc:docMk/>
            <pc:sldMk cId="1042981932" sldId="343"/>
            <ac:picMk id="4" creationId="{7F21D166-C883-D22E-D468-A01A9D48DB42}"/>
          </ac:picMkLst>
        </pc:picChg>
        <pc:picChg chg="mod">
          <ac:chgData name="Samuel B Fernandes" userId="6d96ad7d-4ada-4a90-936f-060428e74a02" providerId="ADAL" clId="{3070AE99-A0CD-E143-B16C-BF0C0E322754}" dt="2025-03-17T15:36:01.388" v="392" actId="1076"/>
          <ac:picMkLst>
            <pc:docMk/>
            <pc:sldMk cId="1042981932" sldId="343"/>
            <ac:picMk id="9" creationId="{D88B4EA3-158F-4233-86E1-7DCD997672DA}"/>
          </ac:picMkLst>
        </pc:picChg>
      </pc:sldChg>
      <pc:sldChg chg="modSp mod">
        <pc:chgData name="Samuel B Fernandes" userId="6d96ad7d-4ada-4a90-936f-060428e74a02" providerId="ADAL" clId="{3070AE99-A0CD-E143-B16C-BF0C0E322754}" dt="2025-03-17T15:33:07.768" v="322"/>
        <pc:sldMkLst>
          <pc:docMk/>
          <pc:sldMk cId="3851397560" sldId="344"/>
        </pc:sldMkLst>
        <pc:spChg chg="mod">
          <ac:chgData name="Samuel B Fernandes" userId="6d96ad7d-4ada-4a90-936f-060428e74a02" providerId="ADAL" clId="{3070AE99-A0CD-E143-B16C-BF0C0E322754}" dt="2025-03-17T15:33:07.768" v="322"/>
          <ac:spMkLst>
            <pc:docMk/>
            <pc:sldMk cId="3851397560" sldId="344"/>
            <ac:spMk id="3" creationId="{7407192D-510E-007E-49A4-2058A64A7F62}"/>
          </ac:spMkLst>
        </pc:spChg>
      </pc:sldChg>
      <pc:sldChg chg="addSp delSp modSp new mod">
        <pc:chgData name="Samuel B Fernandes" userId="6d96ad7d-4ada-4a90-936f-060428e74a02" providerId="ADAL" clId="{3070AE99-A0CD-E143-B16C-BF0C0E322754}" dt="2025-03-17T15:19:51.366" v="199"/>
        <pc:sldMkLst>
          <pc:docMk/>
          <pc:sldMk cId="3382775740" sldId="345"/>
        </pc:sldMkLst>
        <pc:graphicFrameChg chg="add mod modGraphic">
          <ac:chgData name="Samuel B Fernandes" userId="6d96ad7d-4ada-4a90-936f-060428e74a02" providerId="ADAL" clId="{3070AE99-A0CD-E143-B16C-BF0C0E322754}" dt="2025-03-17T15:19:51.366" v="199"/>
          <ac:graphicFrameMkLst>
            <pc:docMk/>
            <pc:sldMk cId="3382775740" sldId="345"/>
            <ac:graphicFrameMk id="4" creationId="{99CCB42E-3A75-C4A1-295E-96FB3D67B87C}"/>
          </ac:graphicFrameMkLst>
        </pc:graphicFrameChg>
      </pc:sldChg>
      <pc:sldChg chg="modSp new mod">
        <pc:chgData name="Samuel B Fernandes" userId="6d96ad7d-4ada-4a90-936f-060428e74a02" providerId="ADAL" clId="{3070AE99-A0CD-E143-B16C-BF0C0E322754}" dt="2025-03-17T15:01:46.172" v="189" actId="27636"/>
        <pc:sldMkLst>
          <pc:docMk/>
          <pc:sldMk cId="2848042874" sldId="346"/>
        </pc:sldMkLst>
        <pc:spChg chg="mod">
          <ac:chgData name="Samuel B Fernandes" userId="6d96ad7d-4ada-4a90-936f-060428e74a02" providerId="ADAL" clId="{3070AE99-A0CD-E143-B16C-BF0C0E322754}" dt="2025-03-17T15:01:41.876" v="186" actId="20577"/>
          <ac:spMkLst>
            <pc:docMk/>
            <pc:sldMk cId="2848042874" sldId="346"/>
            <ac:spMk id="2" creationId="{8DF58381-BC3B-93CA-1F23-238EADCC9336}"/>
          </ac:spMkLst>
        </pc:spChg>
        <pc:spChg chg="mod">
          <ac:chgData name="Samuel B Fernandes" userId="6d96ad7d-4ada-4a90-936f-060428e74a02" providerId="ADAL" clId="{3070AE99-A0CD-E143-B16C-BF0C0E322754}" dt="2025-03-17T15:01:46.172" v="189" actId="27636"/>
          <ac:spMkLst>
            <pc:docMk/>
            <pc:sldMk cId="2848042874" sldId="346"/>
            <ac:spMk id="3" creationId="{7B299BAD-4F88-2A66-1DD8-1EBC9595991F}"/>
          </ac:spMkLst>
        </pc:spChg>
      </pc:sldChg>
      <pc:sldChg chg="addSp delSp modSp add del mod delAnim modAnim">
        <pc:chgData name="Samuel B Fernandes" userId="6d96ad7d-4ada-4a90-936f-060428e74a02" providerId="ADAL" clId="{3070AE99-A0CD-E143-B16C-BF0C0E322754}" dt="2025-03-19T13:54:02.498" v="417" actId="2696"/>
        <pc:sldMkLst>
          <pc:docMk/>
          <pc:sldMk cId="2581483857" sldId="347"/>
        </pc:sldMkLst>
      </pc:sldChg>
    </pc:docChg>
  </pc:docChgLst>
  <pc:docChgLst>
    <pc:chgData name="Samuel B Fernandes" userId="6d96ad7d-4ada-4a90-936f-060428e74a02" providerId="ADAL" clId="{F35E13CC-2C92-8F48-A014-0A52B0570508}"/>
    <pc:docChg chg="custSel addSld modSld modMainMaster">
      <pc:chgData name="Samuel B Fernandes" userId="6d96ad7d-4ada-4a90-936f-060428e74a02" providerId="ADAL" clId="{F35E13CC-2C92-8F48-A014-0A52B0570508}" dt="2025-03-17T14:29:24.205" v="48"/>
      <pc:docMkLst>
        <pc:docMk/>
      </pc:docMkLst>
      <pc:sldChg chg="modSp mod">
        <pc:chgData name="Samuel B Fernandes" userId="6d96ad7d-4ada-4a90-936f-060428e74a02" providerId="ADAL" clId="{F35E13CC-2C92-8F48-A014-0A52B0570508}" dt="2025-03-17T14:12:08.181" v="3" actId="27636"/>
        <pc:sldMkLst>
          <pc:docMk/>
          <pc:sldMk cId="1795368337" sldId="336"/>
        </pc:sldMkLst>
        <pc:spChg chg="mod">
          <ac:chgData name="Samuel B Fernandes" userId="6d96ad7d-4ada-4a90-936f-060428e74a02" providerId="ADAL" clId="{F35E13CC-2C92-8F48-A014-0A52B0570508}" dt="2025-03-17T14:12:08.181" v="3" actId="27636"/>
          <ac:spMkLst>
            <pc:docMk/>
            <pc:sldMk cId="1795368337" sldId="336"/>
            <ac:spMk id="3" creationId="{3D20E335-7BBA-93F2-3FE2-E1FB4865F2C1}"/>
          </ac:spMkLst>
        </pc:spChg>
      </pc:sldChg>
      <pc:sldChg chg="modSp mod">
        <pc:chgData name="Samuel B Fernandes" userId="6d96ad7d-4ada-4a90-936f-060428e74a02" providerId="ADAL" clId="{F35E13CC-2C92-8F48-A014-0A52B0570508}" dt="2025-03-17T14:27:49.128" v="46" actId="20577"/>
        <pc:sldMkLst>
          <pc:docMk/>
          <pc:sldMk cId="1166154264" sldId="337"/>
        </pc:sldMkLst>
        <pc:spChg chg="mod">
          <ac:chgData name="Samuel B Fernandes" userId="6d96ad7d-4ada-4a90-936f-060428e74a02" providerId="ADAL" clId="{F35E13CC-2C92-8F48-A014-0A52B0570508}" dt="2025-03-17T14:27:49.128" v="46" actId="20577"/>
          <ac:spMkLst>
            <pc:docMk/>
            <pc:sldMk cId="1166154264" sldId="337"/>
            <ac:spMk id="3" creationId="{ACF7091E-9E69-A2AA-CEF9-704731E32AEA}"/>
          </ac:spMkLst>
        </pc:spChg>
        <pc:spChg chg="mod">
          <ac:chgData name="Samuel B Fernandes" userId="6d96ad7d-4ada-4a90-936f-060428e74a02" providerId="ADAL" clId="{F35E13CC-2C92-8F48-A014-0A52B0570508}" dt="2025-03-17T14:27:33.565" v="34" actId="21"/>
          <ac:spMkLst>
            <pc:docMk/>
            <pc:sldMk cId="1166154264" sldId="337"/>
            <ac:spMk id="4" creationId="{8CB256CC-D24D-BC3A-53CA-6A0AA3566233}"/>
          </ac:spMkLst>
        </pc:spChg>
      </pc:sldChg>
      <pc:sldChg chg="modSp mod modAnim">
        <pc:chgData name="Samuel B Fernandes" userId="6d96ad7d-4ada-4a90-936f-060428e74a02" providerId="ADAL" clId="{F35E13CC-2C92-8F48-A014-0A52B0570508}" dt="2025-03-17T14:26:54.389" v="18" actId="21"/>
        <pc:sldMkLst>
          <pc:docMk/>
          <pc:sldMk cId="3212837905" sldId="340"/>
        </pc:sldMkLst>
      </pc:sldChg>
      <pc:sldChg chg="delSp add setBg delDesignElem">
        <pc:chgData name="Samuel B Fernandes" userId="6d96ad7d-4ada-4a90-936f-060428e74a02" providerId="ADAL" clId="{F35E13CC-2C92-8F48-A014-0A52B0570508}" dt="2025-03-17T14:29:24.205" v="48"/>
        <pc:sldMkLst>
          <pc:docMk/>
          <pc:sldMk cId="3740937480" sldId="342"/>
        </pc:sldMkLst>
      </pc:sldChg>
      <pc:sldChg chg="add">
        <pc:chgData name="Samuel B Fernandes" userId="6d96ad7d-4ada-4a90-936f-060428e74a02" providerId="ADAL" clId="{F35E13CC-2C92-8F48-A014-0A52B0570508}" dt="2025-03-17T14:29:24.205" v="48"/>
        <pc:sldMkLst>
          <pc:docMk/>
          <pc:sldMk cId="1042981932" sldId="343"/>
        </pc:sldMkLst>
      </pc:sldChg>
      <pc:sldChg chg="add">
        <pc:chgData name="Samuel B Fernandes" userId="6d96ad7d-4ada-4a90-936f-060428e74a02" providerId="ADAL" clId="{F35E13CC-2C92-8F48-A014-0A52B0570508}" dt="2025-03-17T14:29:24.205" v="48"/>
        <pc:sldMkLst>
          <pc:docMk/>
          <pc:sldMk cId="3851397560" sldId="344"/>
        </pc:sldMkLst>
      </pc:sldChg>
      <pc:sldMasterChg chg="modSp setBg">
        <pc:chgData name="Samuel B Fernandes" userId="6d96ad7d-4ada-4a90-936f-060428e74a02" providerId="ADAL" clId="{F35E13CC-2C92-8F48-A014-0A52B0570508}" dt="2025-03-17T14:12:08.123" v="2" actId="2711"/>
        <pc:sldMasterMkLst>
          <pc:docMk/>
          <pc:sldMasterMk cId="3339629186" sldId="2147483648"/>
        </pc:sldMasterMkLst>
        <pc:spChg chg="mod">
          <ac:chgData name="Samuel B Fernandes" userId="6d96ad7d-4ada-4a90-936f-060428e74a02" providerId="ADAL" clId="{F35E13CC-2C92-8F48-A014-0A52B0570508}" dt="2025-03-17T14:12:00.965" v="1" actId="2711"/>
          <ac:spMkLst>
            <pc:docMk/>
            <pc:sldMasterMk cId="3339629186" sldId="2147483648"/>
            <ac:spMk id="2" creationId="{78081CB6-BF24-BC74-3EEA-5896BC9122FC}"/>
          </ac:spMkLst>
        </pc:spChg>
        <pc:spChg chg="mod">
          <ac:chgData name="Samuel B Fernandes" userId="6d96ad7d-4ada-4a90-936f-060428e74a02" providerId="ADAL" clId="{F35E13CC-2C92-8F48-A014-0A52B0570508}" dt="2025-03-17T14:12:08.123" v="2" actId="2711"/>
          <ac:spMkLst>
            <pc:docMk/>
            <pc:sldMasterMk cId="3339629186" sldId="2147483648"/>
            <ac:spMk id="3" creationId="{C089A131-00FF-7B74-AFB9-D3922CB2FC5F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6F276-EE6D-DF4F-8392-FA3E83168DD8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35B9D-3EDA-0B44-BE90-13B8E384F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07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43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  <a:latin typeface="Helvetica" pitchFamily="2" charset="0"/>
              </a:rPr>
              <a:t>Must compute adjusted means (</a:t>
            </a:r>
            <a:r>
              <a:rPr lang="en-US" dirty="0" err="1">
                <a:effectLst/>
                <a:latin typeface="Helvetica" pitchFamily="2" charset="0"/>
              </a:rPr>
              <a:t>lsmeans</a:t>
            </a:r>
            <a:r>
              <a:rPr lang="en-US" dirty="0">
                <a:effectLst/>
                <a:latin typeface="Helvetica" pitchFamily="2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27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17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10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analyze as an RCBD if the blocking turns out to be ineffective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64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35B9D-3EDA-0B44-BE90-13B8E384F9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77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C9F5-46A5-E653-ACEB-98E3E8BCA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8A73D-E705-8722-ABD6-4C3DC9577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43EEB-BF3C-0C38-567A-EE22C3EB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05733-F42D-587B-A3E9-FAADA814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F5F9E-66CF-FD89-ADA5-7DFF8F1B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7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E441-6BD7-0ECB-9CFF-B3E2CDF7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85AD-9B07-A82C-4456-4B0978DF3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2FD0-AC30-733B-65D7-42BC9B78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FF81-D8DB-8EF2-26B2-DEDF5965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F5FB-E667-C6C6-9BAA-2D7779D8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5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77C2-8C0C-CED4-2C3D-DC9A27B2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ED89E-02F7-2213-D1E7-DA79F625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65A36-7990-B9CD-BFAF-59603572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48799-DFB5-F958-59AC-F4395C8D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58546-3C9B-5272-BED6-9863BF3D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4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7884-3EF4-7C0C-C0F0-C89E4705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4C622-5669-D61A-4BA7-8C841C05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514FC-7BA8-A86E-E1F6-C9C78AD43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C73C-9134-2336-771D-626E6273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D6D73-F61F-BBA0-2B42-B394CFAD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B3EC6-87AA-2BAF-B417-3B7322FF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2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3C3B-289F-A2BD-756F-E3DE140E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A9B30-5D19-50A3-7E96-9C7F090E9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31310-634C-1E53-9F48-FE9AF1104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B293D-0718-487B-F8BF-3D7C46E3C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A86BE-3680-095B-ABCC-4C7388696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D3D9B-9CBF-A94E-6C16-ADB235B3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7E7B1-A571-70A9-8D8D-226AFC65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B4F61C-E138-EABD-149F-085314F1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3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1C6D-D7F2-0C84-3F85-39F036AD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E28DE3-67E5-9048-7222-7E2F00AB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5064C-B08A-7C41-D193-B885D3D6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875FA-D5F3-4CC0-468D-E437334D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6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BC8E29-A532-A4CD-6681-1996D637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BECE6-813E-63D5-980D-78EE0965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56F51-1710-F337-9CD2-D879676E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6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4F62-4911-E925-4BB6-C9EB1737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E16F-93E1-CB4C-34F3-37E8A9F4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0CC38-AE8A-6866-52E4-7A672074F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A3583-CA7E-E3ED-B59E-1C6757C0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924C6-E994-45B4-275B-9DC613B1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B10EA-A019-90CF-D6D5-56E93C5A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2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2496-3C36-F69C-1DAC-A9C08487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3F93A-8BE5-4BF6-786F-F4260C6D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95FF9-DB0F-D67B-33DE-5DC9F2A5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A3AD1-29CD-3EEB-E109-802D19329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5F187-76B5-C72E-080C-AB66C3B2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19D24-7EA0-8C42-7CA0-ED5C8159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3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508E-BF84-2AD1-BA10-960B87858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1C68A-979D-A4FA-948F-CA98958B8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600E-B5D6-C0A3-C323-DA78E186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5821-134F-9EDC-BFCC-192D192F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C268-062F-5CAA-9750-AA507AC6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8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2EB96-BEB0-FBB0-B366-CE26CA86F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A2736-26C5-9EA6-9864-7D814B99E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C0A9-5C86-DBDC-82D3-3F45CFFD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FCC23-3A20-12BC-3AA3-D4023D46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2EF4D-A3D2-63D8-8EC2-6A6D8688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3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D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81CB6-BF24-BC74-3EEA-5896BC91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9A131-00FF-7B74-AFB9-D3922CB2F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DC1C6-B3A4-1D64-CE8C-F7D6B7495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1399A-5209-EB4E-8D86-43B52F9A823B}" type="datetimeFigureOut">
              <a:rPr lang="en-US" smtClean="0"/>
              <a:t>3/19/25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2A13B-57FE-44A8-3DBB-60FBC9C2E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D596A-5314-C5B6-EE69-4BA3E5A48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1AA28-2B82-134A-9AA5-8F4AA4027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samuelbf@uark.ed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eg.ufpr.br/~walmes/mpaer/blocos-incompletos-balanceado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FielDHub/vignettes/alpha_lattice.html" TargetMode="External"/><Relationship Id="rId2" Type="http://schemas.openxmlformats.org/officeDocument/2006/relationships/hyperlink" Target="https://cran.r-project.org/web/views/ExperimentalDesign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eanteam.shinyapps.io/MrBean_BETA/" TargetMode="External"/><Relationship Id="rId4" Type="http://schemas.openxmlformats.org/officeDocument/2006/relationships/hyperlink" Target="https://aravind-j.github.io/augmentedRCBD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D8B-91DA-157E-01E6-E68C0246D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211" y="3764129"/>
            <a:ext cx="10916365" cy="1637306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AGST  50104</a:t>
            </a:r>
            <a:b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</a:br>
            <a:r>
              <a:rPr lang="en-US" b="1" i="0" dirty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 Experimental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9207E-67F5-6F20-4B70-1C5C3B981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688" y="5401435"/>
            <a:ext cx="9653792" cy="814809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b="0" i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Samuel B. Fernandes, Ph.D.</a:t>
            </a:r>
            <a:br>
              <a:rPr lang="en-US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US" b="0" i="0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</a:rPr>
              <a:t>E-mail: </a:t>
            </a:r>
            <a:r>
              <a:rPr lang="en-US" b="0" i="0" u="none" strike="noStrike">
                <a:solidFill>
                  <a:schemeClr val="bg2">
                    <a:lumMod val="25000"/>
                  </a:schemeClr>
                </a:solidFill>
                <a:effectLst/>
                <a:latin typeface="Helvetica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samuelbf@uark.edu</a:t>
            </a:r>
            <a:endParaRPr lang="en-US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  <p:pic>
        <p:nvPicPr>
          <p:cNvPr id="7" name="Graphic 6" descr="Test Plan">
            <a:extLst>
              <a:ext uri="{FF2B5EF4-FFF2-40B4-BE49-F238E27FC236}">
                <a16:creationId xmlns:a16="http://schemas.microsoft.com/office/drawing/2014/main" id="{DF8DBBA5-BA5F-3617-3EC1-B8CEE4F60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6412" y="932016"/>
            <a:ext cx="2506511" cy="2506511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679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FD8B-91DA-157E-01E6-E68C0246D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Incomplete Block Design</a:t>
            </a:r>
          </a:p>
        </p:txBody>
      </p:sp>
    </p:spTree>
    <p:extLst>
      <p:ext uri="{BB962C8B-B14F-4D97-AF65-F5344CB8AC3E}">
        <p14:creationId xmlns:p14="http://schemas.microsoft.com/office/powerpoint/2010/main" val="390383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E078-735C-3FB3-CF88-B44C0630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RCBD is not always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F3344-15B7-E197-E388-D1B7C9A00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Homogeneity within block</a:t>
            </a:r>
          </a:p>
          <a:p>
            <a:r>
              <a:rPr lang="en-US" dirty="0"/>
              <a:t>A rater has to rate 10 brands of whiskey</a:t>
            </a:r>
          </a:p>
          <a:p>
            <a:r>
              <a:rPr lang="en-US" dirty="0"/>
              <a:t>k: </a:t>
            </a:r>
            <a:r>
              <a:rPr lang="en-US" dirty="0">
                <a:effectLst/>
                <a:latin typeface="Helvetica" pitchFamily="2" charset="0"/>
              </a:rPr>
              <a:t>treat</a:t>
            </a:r>
            <a:r>
              <a:rPr lang="en-US" dirty="0">
                <a:latin typeface="Helvetica" pitchFamily="2" charset="0"/>
              </a:rPr>
              <a:t>/</a:t>
            </a:r>
            <a:r>
              <a:rPr lang="en-US" dirty="0">
                <a:effectLst/>
                <a:latin typeface="Helvetica" pitchFamily="2" charset="0"/>
              </a:rPr>
              <a:t>block</a:t>
            </a:r>
            <a:r>
              <a:rPr lang="en-US" dirty="0">
                <a:latin typeface="Helvetica" pitchFamily="2" charset="0"/>
              </a:rPr>
              <a:t>,</a:t>
            </a:r>
            <a:r>
              <a:rPr lang="en-US" dirty="0">
                <a:effectLst/>
                <a:latin typeface="Helvetica" pitchFamily="2" charset="0"/>
              </a:rPr>
              <a:t> b: blocks, r: reps, t: treat</a:t>
            </a:r>
            <a:endParaRPr lang="en-US" dirty="0"/>
          </a:p>
          <a:p>
            <a:r>
              <a:rPr lang="en-US" dirty="0"/>
              <a:t>RCBD </a:t>
            </a:r>
            <a:r>
              <a:rPr lang="en-US" dirty="0">
                <a:sym typeface="Wingdings" pitchFamily="2" charset="2"/>
              </a:rPr>
              <a:t> k=t  vs IBD  k&lt;t     </a:t>
            </a:r>
            <a:r>
              <a:rPr lang="en-US" dirty="0">
                <a:effectLst/>
                <a:latin typeface="Helvetica" pitchFamily="2" charset="0"/>
              </a:rPr>
              <a:t>kb = tr = 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844C2-4B0A-996F-B516-19AE93590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661" y="1149350"/>
            <a:ext cx="3587750" cy="2279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66A520-038D-1878-2067-172D0AAB8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354" y="4032250"/>
            <a:ext cx="2057446" cy="227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6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74ED-BFBF-0AE4-A563-289ACDA2C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types of Incomplete Block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BF9B-003A-269B-7520-0EC3099E4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Augmented Block Designs </a:t>
            </a:r>
          </a:p>
          <a:p>
            <a:r>
              <a:rPr lang="en-US" dirty="0"/>
              <a:t>Balanced Incomplete Block Design</a:t>
            </a:r>
          </a:p>
          <a:p>
            <a:r>
              <a:rPr lang="en-US" dirty="0"/>
              <a:t>Partially Balanced Incomplete Block Design</a:t>
            </a:r>
          </a:p>
          <a:p>
            <a:r>
              <a:rPr lang="en-US" dirty="0"/>
              <a:t>Cyclic Designs</a:t>
            </a:r>
          </a:p>
          <a:p>
            <a:r>
              <a:rPr lang="en-US" dirty="0"/>
              <a:t>Lattices (Square, Cubic, Rectangular, alpha 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8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CCB42E-3A75-C4A1-295E-96FB3D67B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889364"/>
              </p:ext>
            </p:extLst>
          </p:nvPr>
        </p:nvGraphicFramePr>
        <p:xfrm>
          <a:off x="180109" y="214746"/>
          <a:ext cx="11499274" cy="6587833"/>
        </p:xfrm>
        <a:graphic>
          <a:graphicData uri="http://schemas.openxmlformats.org/drawingml/2006/table">
            <a:tbl>
              <a:tblPr/>
              <a:tblGrid>
                <a:gridCol w="2299854">
                  <a:extLst>
                    <a:ext uri="{9D8B030D-6E8A-4147-A177-3AD203B41FA5}">
                      <a16:colId xmlns:a16="http://schemas.microsoft.com/office/drawing/2014/main" val="3450636209"/>
                    </a:ext>
                  </a:extLst>
                </a:gridCol>
                <a:gridCol w="2299855">
                  <a:extLst>
                    <a:ext uri="{9D8B030D-6E8A-4147-A177-3AD203B41FA5}">
                      <a16:colId xmlns:a16="http://schemas.microsoft.com/office/drawing/2014/main" val="3382524715"/>
                    </a:ext>
                  </a:extLst>
                </a:gridCol>
                <a:gridCol w="2299855">
                  <a:extLst>
                    <a:ext uri="{9D8B030D-6E8A-4147-A177-3AD203B41FA5}">
                      <a16:colId xmlns:a16="http://schemas.microsoft.com/office/drawing/2014/main" val="2889765671"/>
                    </a:ext>
                  </a:extLst>
                </a:gridCol>
                <a:gridCol w="2299855">
                  <a:extLst>
                    <a:ext uri="{9D8B030D-6E8A-4147-A177-3AD203B41FA5}">
                      <a16:colId xmlns:a16="http://schemas.microsoft.com/office/drawing/2014/main" val="3862858787"/>
                    </a:ext>
                  </a:extLst>
                </a:gridCol>
                <a:gridCol w="2299855">
                  <a:extLst>
                    <a:ext uri="{9D8B030D-6E8A-4147-A177-3AD203B41FA5}">
                      <a16:colId xmlns:a16="http://schemas.microsoft.com/office/drawing/2014/main" val="840963529"/>
                    </a:ext>
                  </a:extLst>
                </a:gridCol>
              </a:tblGrid>
              <a:tr h="310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Helvetica" pitchFamily="2" charset="0"/>
                        </a:rPr>
                        <a:t>Some Types of Design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Helvetica" pitchFamily="2" charset="0"/>
                        </a:rPr>
                        <a:t>Blocks Structure</a:t>
                      </a:r>
                      <a:endParaRPr lang="en-US" sz="140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Helvetica" pitchFamily="2" charset="0"/>
                        </a:rPr>
                        <a:t>When to Use</a:t>
                      </a:r>
                      <a:endParaRPr lang="en-US" sz="140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Helvetica" pitchFamily="2" charset="0"/>
                        </a:rPr>
                        <a:t>Advantages</a:t>
                      </a:r>
                      <a:endParaRPr lang="en-US" sz="140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Helvetica" pitchFamily="2" charset="0"/>
                        </a:rPr>
                        <a:t>Disadvantages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443051"/>
                  </a:ext>
                </a:extLst>
              </a:tr>
              <a:tr h="100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Helvetica" pitchFamily="2" charset="0"/>
                        </a:rPr>
                        <a:t>RCB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Helvetica" pitchFamily="2" charset="0"/>
                        </a:rPr>
                        <a:t>All treatments appear in each block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Small to moderate trials where complete replication is possible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Easy to analyze; strong control of variability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Not feasible when too many treatments exist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334341"/>
                  </a:ext>
                </a:extLst>
              </a:tr>
              <a:tr h="124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Helvetica" pitchFamily="2" charset="0"/>
                        </a:rPr>
                        <a:t>Augmented Block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Some treatments appear in all blocks (</a:t>
                      </a:r>
                      <a:r>
                        <a:rPr lang="en-US" sz="1400" b="1">
                          <a:latin typeface="Helvetica" pitchFamily="2" charset="0"/>
                        </a:rPr>
                        <a:t>checks</a:t>
                      </a:r>
                      <a:r>
                        <a:rPr lang="en-US" sz="1400">
                          <a:latin typeface="Helvetica" pitchFamily="2" charset="0"/>
                        </a:rPr>
                        <a:t>), but most are unreplicated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Large experiments where replication is impossible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Land and other resources are limited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few degrees of freedom for experimental error; Imprecise (unreplicated)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730718"/>
                  </a:ext>
                </a:extLst>
              </a:tr>
              <a:tr h="100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Helvetica" pitchFamily="2" charset="0"/>
                        </a:rPr>
                        <a:t>Balanced Incomplete Block (BIB)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Each treatment appears in </a:t>
                      </a:r>
                      <a:r>
                        <a:rPr lang="en-US" sz="1400" b="1">
                          <a:latin typeface="Helvetica" pitchFamily="2" charset="0"/>
                        </a:rPr>
                        <a:t>equal frequency</a:t>
                      </a:r>
                      <a:r>
                        <a:rPr lang="en-US" sz="1400">
                          <a:latin typeface="Helvetica" pitchFamily="2" charset="0"/>
                        </a:rPr>
                        <a:t> across blocks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Large trials where full replication is not possible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Good balance; precise comparisons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Requires a specific mathematical setup (equal replications)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153442"/>
                  </a:ext>
                </a:extLst>
              </a:tr>
              <a:tr h="100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Helvetica" pitchFamily="2" charset="0"/>
                        </a:rPr>
                        <a:t>Partially Balanced Incomplete Block (PBIB)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Helvetica" pitchFamily="2" charset="0"/>
                        </a:rPr>
                        <a:t>Treatments appear in </a:t>
                      </a:r>
                      <a:r>
                        <a:rPr lang="en-US" sz="1400" b="1" dirty="0">
                          <a:latin typeface="Helvetica" pitchFamily="2" charset="0"/>
                        </a:rPr>
                        <a:t>unequal frequency</a:t>
                      </a:r>
                      <a:r>
                        <a:rPr lang="en-US" sz="1400" dirty="0">
                          <a:latin typeface="Helvetica" pitchFamily="2" charset="0"/>
                        </a:rPr>
                        <a:t> but still maintain balance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When some treatments are more important than others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More flexible than BIBD; allows prioritization of treatments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More complex analysis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26705"/>
                  </a:ext>
                </a:extLst>
              </a:tr>
              <a:tr h="100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Helvetica" pitchFamily="2" charset="0"/>
                        </a:rPr>
                        <a:t>Cyclic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Treatments follow a </a:t>
                      </a:r>
                      <a:r>
                        <a:rPr lang="en-US" sz="1400" b="1">
                          <a:latin typeface="Helvetica" pitchFamily="2" charset="0"/>
                        </a:rPr>
                        <a:t>fixed cyclic pattern</a:t>
                      </a:r>
                      <a:r>
                        <a:rPr lang="en-US" sz="1400">
                          <a:latin typeface="Helvetica" pitchFamily="2" charset="0"/>
                        </a:rPr>
                        <a:t> across blocks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Helvetica" pitchFamily="2" charset="0"/>
                        </a:rPr>
                        <a:t>When a structured treatment order is useful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Easy to implement; systematic treatment distribution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Less flexible for adjusting block sizes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402470"/>
                  </a:ext>
                </a:extLst>
              </a:tr>
              <a:tr h="1007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Helvetica" pitchFamily="2" charset="0"/>
                        </a:rPr>
                        <a:t>Lattice (Square, Cubic, Rectangular, Alpha)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Helvetica" pitchFamily="2" charset="0"/>
                        </a:rPr>
                        <a:t>Treatments are arranged in </a:t>
                      </a:r>
                      <a:r>
                        <a:rPr lang="en-US" sz="1400" b="1" dirty="0">
                          <a:latin typeface="Helvetica" pitchFamily="2" charset="0"/>
                        </a:rPr>
                        <a:t>multiple dimensions</a:t>
                      </a:r>
                      <a:endParaRPr lang="en-US" sz="1400" dirty="0">
                        <a:latin typeface="Helvetica" pitchFamily="2" charset="0"/>
                      </a:endParaRP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Helvetica" pitchFamily="2" charset="0"/>
                        </a:rPr>
                        <a:t>Large trials (e.g., plant breeding), especially for yield testing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Helvetica" pitchFamily="2" charset="0"/>
                        </a:rPr>
                        <a:t>High efficiency; good balance; allows spatial adjustments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Helvetica" pitchFamily="2" charset="0"/>
                        </a:rPr>
                        <a:t>More complex analysis</a:t>
                      </a:r>
                    </a:p>
                  </a:txBody>
                  <a:tcPr marL="51192" marR="51192" marT="25596" marB="2559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715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775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519B-6352-4D36-62AF-8C03E91C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if ABD:</a:t>
            </a:r>
            <a:br>
              <a:rPr lang="en-US" dirty="0"/>
            </a:br>
            <a:r>
              <a:rPr lang="en-US" dirty="0"/>
              <a:t>Maize production for different hybrids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7E95E1-4842-29DB-850C-37479D066DB1}"/>
              </a:ext>
            </a:extLst>
          </p:cNvPr>
          <p:cNvGrpSpPr/>
          <p:nvPr/>
        </p:nvGrpSpPr>
        <p:grpSpPr>
          <a:xfrm>
            <a:off x="2209800" y="2038385"/>
            <a:ext cx="7772400" cy="4454490"/>
            <a:chOff x="2209800" y="2275367"/>
            <a:chExt cx="7772400" cy="445449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DA6F3E1-5F00-0A85-0DF9-AFA7861F8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2665210"/>
              <a:ext cx="7772400" cy="4064647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00D438-3B61-1F06-4F37-7A7DB1B8E387}"/>
                </a:ext>
              </a:extLst>
            </p:cNvPr>
            <p:cNvSpPr txBox="1"/>
            <p:nvPr/>
          </p:nvSpPr>
          <p:spPr>
            <a:xfrm>
              <a:off x="2498651" y="2275367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Block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CBA56E-0D2D-D8C3-18C4-FB952F828039}"/>
                </a:ext>
              </a:extLst>
            </p:cNvPr>
            <p:cNvSpPr txBox="1"/>
            <p:nvPr/>
          </p:nvSpPr>
          <p:spPr>
            <a:xfrm>
              <a:off x="4160874" y="2275367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Block 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8D292B-D8CF-F0E3-8236-1B19CBB1EA6C}"/>
                </a:ext>
              </a:extLst>
            </p:cNvPr>
            <p:cNvSpPr txBox="1"/>
            <p:nvPr/>
          </p:nvSpPr>
          <p:spPr>
            <a:xfrm>
              <a:off x="5687073" y="2279279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Block 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08854C-B94C-85E3-FC52-90FAC9081CCF}"/>
                </a:ext>
              </a:extLst>
            </p:cNvPr>
            <p:cNvSpPr txBox="1"/>
            <p:nvPr/>
          </p:nvSpPr>
          <p:spPr>
            <a:xfrm>
              <a:off x="7296398" y="2275367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Block 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4C99D8-8911-5A36-7922-8FDC76F7B8AB}"/>
                </a:ext>
              </a:extLst>
            </p:cNvPr>
            <p:cNvSpPr txBox="1"/>
            <p:nvPr/>
          </p:nvSpPr>
          <p:spPr>
            <a:xfrm>
              <a:off x="8875495" y="2275367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Block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335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8381-BC3B-93CA-1F23-238EADCC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it in R (review of RCBD)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99BAD-4F88-2A66-1DD8-1EBC95959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&lt;- </a:t>
            </a:r>
            <a:r>
              <a:rPr lang="en-US" dirty="0" err="1"/>
              <a:t>data.frame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          Trat = c("A", "B", "C", "D", "1", "2", "3", "4", "5", "6"),</a:t>
            </a:r>
          </a:p>
          <a:p>
            <a:pPr marL="0" indent="0">
              <a:buNone/>
            </a:pPr>
            <a:r>
              <a:rPr lang="en-US" dirty="0"/>
              <a:t>              Prod = c(7.5, 8.2, 9.4, 6.8, 8.1, 4.2, 7.4, 9.3, 8.9, 7.5),</a:t>
            </a:r>
          </a:p>
          <a:p>
            <a:pPr marL="0" indent="0">
              <a:buNone/>
            </a:pPr>
            <a:r>
              <a:rPr lang="en-US" dirty="0"/>
              <a:t>              Trat = c("A", "B", "c", "D", "7", "8", "9", "10", "11", "12"),</a:t>
            </a:r>
          </a:p>
          <a:p>
            <a:pPr marL="0" indent="0">
              <a:buNone/>
            </a:pPr>
            <a:r>
              <a:rPr lang="en-US" dirty="0"/>
              <a:t>              Prod = c(7, 8.8, 8.5, 7.5, 6, 7, 5.8, 4.9, 6, 9.2),</a:t>
            </a:r>
          </a:p>
          <a:p>
            <a:pPr marL="0" indent="0">
              <a:buNone/>
            </a:pPr>
            <a:r>
              <a:rPr lang="en-US" dirty="0"/>
              <a:t>              Trat = c("A", "B", "c", "D", "13", "14", "1 5", "1 6", "1 7", NA),</a:t>
            </a:r>
          </a:p>
          <a:p>
            <a:pPr marL="0" indent="0">
              <a:buNone/>
            </a:pPr>
            <a:r>
              <a:rPr lang="en-US" dirty="0"/>
              <a:t>              Prod = c(8.1, 8.5, 8.3, 7.5, 8.4, 9.8, 5.8, 6.7, 6.2, NA),</a:t>
            </a:r>
          </a:p>
          <a:p>
            <a:pPr marL="0" indent="0">
              <a:buNone/>
            </a:pPr>
            <a:r>
              <a:rPr lang="en-US" dirty="0"/>
              <a:t>              Trat = c("A", "B", "c", "D", "18", "19", "20", "21", NA, NA),</a:t>
            </a:r>
          </a:p>
          <a:p>
            <a:pPr marL="0" indent="0">
              <a:buNone/>
            </a:pPr>
            <a:r>
              <a:rPr lang="en-US" dirty="0"/>
              <a:t>              Prod = c(7.3, 7.8, 7.5, 7, 6.5, 8.4, 7.1, 6.3, NA, NA),</a:t>
            </a:r>
          </a:p>
          <a:p>
            <a:pPr marL="0" indent="0">
              <a:buNone/>
            </a:pPr>
            <a:r>
              <a:rPr lang="en-US" dirty="0"/>
              <a:t>              Trat = c("A", "B", "c", "D", "22", "23", "24", "25", NA, NA),</a:t>
            </a:r>
          </a:p>
          <a:p>
            <a:pPr marL="0" indent="0">
              <a:buNone/>
            </a:pPr>
            <a:r>
              <a:rPr lang="en-US" dirty="0"/>
              <a:t>              Prod = c(7.9, 8.2, 8.8, 7.5, 8.4, 6.4, 8.3, 5.8, NA, NA)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4804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3D6E-70B6-6A73-4A82-85097B50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76" y="37575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Balanced Incomplete Block Designs (BIB)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0E335-7BBA-93F2-3FE2-E1FB4865F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All pairs of treatments occur together (𝜆 times) in the same block equally often </a:t>
            </a:r>
          </a:p>
          <a:p>
            <a:r>
              <a:rPr lang="en-US" sz="2400" dirty="0"/>
              <a:t>The precision (variance) of the estimated treatment differences 𝛼</a:t>
            </a:r>
            <a:r>
              <a:rPr lang="en-US" sz="2400" baseline="-25000" dirty="0"/>
              <a:t>𝑖</a:t>
            </a:r>
            <a:r>
              <a:rPr lang="en-US" sz="2400" dirty="0"/>
              <a:t>−𝛼</a:t>
            </a:r>
            <a:r>
              <a:rPr lang="en-US" sz="2400" baseline="-25000" dirty="0"/>
              <a:t>𝑗</a:t>
            </a:r>
            <a:r>
              <a:rPr lang="en-US" sz="2400" dirty="0"/>
              <a:t> is the same for all pairwise combinations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ECD042-7B7B-6033-DBA4-B43764DE9290}"/>
              </a:ext>
            </a:extLst>
          </p:cNvPr>
          <p:cNvSpPr txBox="1">
            <a:spLocks/>
          </p:cNvSpPr>
          <p:nvPr/>
        </p:nvSpPr>
        <p:spPr>
          <a:xfrm>
            <a:off x="838200" y="30440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Partially Balanced Incomplete Block Designs (PBIB)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A8BAF3-3A66-6ACF-1A4D-57976C69DD3D}"/>
              </a:ext>
            </a:extLst>
          </p:cNvPr>
          <p:cNvSpPr txBox="1">
            <a:spLocks/>
          </p:cNvSpPr>
          <p:nvPr/>
        </p:nvSpPr>
        <p:spPr>
          <a:xfrm>
            <a:off x="699976" y="2766218"/>
            <a:ext cx="10515600" cy="132556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SS type III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0E8DF0-216C-12F5-81A8-ADBB55E1CE93}"/>
              </a:ext>
            </a:extLst>
          </p:cNvPr>
          <p:cNvSpPr txBox="1">
            <a:spLocks/>
          </p:cNvSpPr>
          <p:nvPr/>
        </p:nvSpPr>
        <p:spPr>
          <a:xfrm>
            <a:off x="838200" y="4306574"/>
            <a:ext cx="105156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First associates occur together 𝜆</a:t>
            </a:r>
            <a:r>
              <a:rPr lang="en-US" sz="2400" baseline="-25000" dirty="0"/>
              <a:t>1</a:t>
            </a:r>
            <a:r>
              <a:rPr lang="en-US" sz="2400" dirty="0"/>
              <a:t> times</a:t>
            </a:r>
          </a:p>
          <a:p>
            <a:r>
              <a:rPr lang="en-US" sz="2400" dirty="0"/>
              <a:t>Second associates occur together 𝜆</a:t>
            </a:r>
            <a:r>
              <a:rPr lang="en-US" sz="2400" baseline="-25000" dirty="0"/>
              <a:t>2</a:t>
            </a:r>
            <a:r>
              <a:rPr lang="en-US" sz="2400" dirty="0"/>
              <a:t> times (𝜆</a:t>
            </a:r>
            <a:r>
              <a:rPr lang="en-US" sz="2400" baseline="-25000" dirty="0"/>
              <a:t>1</a:t>
            </a:r>
            <a:r>
              <a:rPr lang="en-US" sz="2400" dirty="0"/>
              <a:t>&gt; 𝜆</a:t>
            </a:r>
            <a:r>
              <a:rPr lang="en-US" sz="2400" baseline="-25000" dirty="0"/>
              <a:t>2</a:t>
            </a:r>
            <a:r>
              <a:rPr lang="en-US" sz="2400" dirty="0"/>
              <a:t> )</a:t>
            </a:r>
          </a:p>
          <a:p>
            <a:r>
              <a:rPr lang="en-US" sz="2400" dirty="0"/>
              <a:t>More precision in comparing first associates than second associates</a:t>
            </a:r>
          </a:p>
        </p:txBody>
      </p:sp>
    </p:spTree>
    <p:extLst>
      <p:ext uri="{BB962C8B-B14F-4D97-AF65-F5344CB8AC3E}">
        <p14:creationId xmlns:p14="http://schemas.microsoft.com/office/powerpoint/2010/main" val="179536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5250-3386-2D1E-F39B-A803CE80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[that CAN be] Resolvable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8C1C-5237-646A-9818-5BA181CFE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Square lattice designs</a:t>
            </a:r>
          </a:p>
          <a:p>
            <a:pPr lvl="1"/>
            <a:r>
              <a:rPr lang="en-US" dirty="0"/>
              <a:t>Number of treatments must be a perfect square (t = k</a:t>
            </a:r>
            <a:r>
              <a:rPr lang="en-US" baseline="30000" dirty="0"/>
              <a:t>2</a:t>
            </a:r>
            <a:r>
              <a:rPr lang="en-US" dirty="0"/>
              <a:t> )</a:t>
            </a:r>
          </a:p>
          <a:p>
            <a:pPr lvl="1"/>
            <a:r>
              <a:rPr lang="en-US" dirty="0"/>
              <a:t>Blocks per replicate (s) and plots per block (k) are equal (s = k) and are the square root of the number of treatments (t)</a:t>
            </a:r>
          </a:p>
          <a:p>
            <a:pPr lvl="1"/>
            <a:r>
              <a:rPr lang="en-US" dirty="0"/>
              <a:t>For complete balance, number of replicates (r) = k+1</a:t>
            </a:r>
          </a:p>
          <a:p>
            <a:r>
              <a:rPr lang="en-US" dirty="0"/>
              <a:t>Rectangular lattice designs (t = s*k and k = s-1) </a:t>
            </a:r>
          </a:p>
          <a:p>
            <a:pPr lvl="1"/>
            <a:r>
              <a:rPr lang="en-US" dirty="0"/>
              <a:t>Example: 4 x 5 lattice has 4 plots per block, 5 blocks per replicate, and 20 treatments</a:t>
            </a:r>
          </a:p>
          <a:p>
            <a:r>
              <a:rPr lang="en-US" dirty="0"/>
              <a:t>Alpha lattices (t = s*k)</a:t>
            </a:r>
          </a:p>
          <a:p>
            <a:pPr lvl="1"/>
            <a:r>
              <a:rPr lang="en-US" dirty="0"/>
              <a:t>more flexibility in choice of s and k</a:t>
            </a:r>
          </a:p>
        </p:txBody>
      </p:sp>
    </p:spTree>
    <p:extLst>
      <p:ext uri="{BB962C8B-B14F-4D97-AF65-F5344CB8AC3E}">
        <p14:creationId xmlns:p14="http://schemas.microsoft.com/office/powerpoint/2010/main" val="974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768E-C2A6-8EAA-5697-EE4CF288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4693644" cy="1106424"/>
          </a:xfrm>
        </p:spPr>
        <p:txBody>
          <a:bodyPr>
            <a:normAutofit/>
          </a:bodyPr>
          <a:lstStyle/>
          <a:p>
            <a:r>
              <a:rPr lang="en-US" sz="2800" dirty="0"/>
              <a:t>Resolvable (a type of </a:t>
            </a:r>
            <a:r>
              <a:rPr lang="en-US" sz="2800" b="1" dirty="0"/>
              <a:t>BIB</a:t>
            </a:r>
            <a:r>
              <a:rPr lang="en-US" sz="28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EF8AF-2114-BA92-06A4-C860C8F95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359152"/>
            <a:ext cx="3410712" cy="3425043"/>
          </a:xfrm>
        </p:spPr>
        <p:txBody>
          <a:bodyPr>
            <a:normAutofit/>
          </a:bodyPr>
          <a:lstStyle/>
          <a:p>
            <a:r>
              <a:rPr lang="en-US" sz="1700" b="0" i="0" dirty="0">
                <a:effectLst/>
                <a:latin typeface="Fira Sans Condensed" panose="020F0502020204030204" pitchFamily="34" charset="0"/>
              </a:rPr>
              <a:t>Treatments t= 6</a:t>
            </a:r>
          </a:p>
          <a:p>
            <a:r>
              <a:rPr lang="en-US" sz="1700" dirty="0">
                <a:latin typeface="Fira Sans Condensed" panose="020F0502020204030204" pitchFamily="34" charset="0"/>
              </a:rPr>
              <a:t>Size k = 2</a:t>
            </a:r>
          </a:p>
          <a:p>
            <a:r>
              <a:rPr lang="en-US" sz="1700" b="0" i="0" dirty="0">
                <a:effectLst/>
                <a:latin typeface="Fira Sans Condensed" panose="020F0502020204030204" pitchFamily="34" charset="0"/>
              </a:rPr>
              <a:t>Rep r = 5</a:t>
            </a:r>
          </a:p>
          <a:p>
            <a:r>
              <a:rPr lang="en-US" sz="1700" b="0" i="0" dirty="0">
                <a:effectLst/>
                <a:latin typeface="Fira Sans Condensed" panose="020F0502020204030204" pitchFamily="34" charset="0"/>
              </a:rPr>
              <a:t>Blocks b = 15</a:t>
            </a:r>
          </a:p>
          <a:p>
            <a:r>
              <a:rPr lang="el-GR" sz="1700" b="0" i="0" dirty="0">
                <a:effectLst/>
                <a:latin typeface="MJXc-TeX-math-I"/>
              </a:rPr>
              <a:t>λ</a:t>
            </a:r>
            <a:r>
              <a:rPr lang="el-GR" sz="1700" b="0" i="0" dirty="0">
                <a:effectLst/>
                <a:latin typeface="MJXc-TeX-main-R"/>
              </a:rPr>
              <a:t>=</a:t>
            </a:r>
            <a:r>
              <a:rPr lang="en-US" sz="1700" b="0" i="0" dirty="0">
                <a:effectLst/>
                <a:latin typeface="MJXc-TeX-main-R"/>
              </a:rPr>
              <a:t>1</a:t>
            </a:r>
            <a:endParaRPr lang="en-US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2646A-25D0-6A90-CE17-6885116E73C3}"/>
              </a:ext>
            </a:extLst>
          </p:cNvPr>
          <p:cNvSpPr txBox="1"/>
          <p:nvPr/>
        </p:nvSpPr>
        <p:spPr>
          <a:xfrm>
            <a:off x="7490292" y="6517532"/>
            <a:ext cx="1970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From: </a:t>
            </a:r>
            <a:r>
              <a:rPr lang="en-US">
                <a:hlinkClick r:id="rId3"/>
              </a:rPr>
              <a:t>Zeviani 2019</a:t>
            </a:r>
            <a:endParaRPr lang="en-US" dirty="0"/>
          </a:p>
        </p:txBody>
      </p:sp>
      <p:pic>
        <p:nvPicPr>
          <p:cNvPr id="6" name="Picture 2" descr="Ilustração de um experimento em delineamento de blocos incompletos balanceados tipo 1. Os 15 pensonagens de Os Simpsons são os blocos arranjados em 5 repetições. Em cada repetição cada tratamento aparece uma vez. Cada bloco contém 2 tratamentos. Este delineamento possui \(t = 6\) tratamentos, bloco de tamanho \(k = 2\), \(r = 5\) repetições, \(b = 15\) blocos, \(\lambda = 1\) ocorrência simultânea de cada par e eficiência de 0,6.">
            <a:extLst>
              <a:ext uri="{FF2B5EF4-FFF2-40B4-BE49-F238E27FC236}">
                <a16:creationId xmlns:a16="http://schemas.microsoft.com/office/drawing/2014/main" id="{AEF0A48C-A154-53E6-9E52-9AEA31E51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690" y="173879"/>
            <a:ext cx="3173294" cy="634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11C112-4F19-39D3-F9A8-94AE3C65B059}"/>
              </a:ext>
            </a:extLst>
          </p:cNvPr>
          <p:cNvSpPr txBox="1"/>
          <p:nvPr/>
        </p:nvSpPr>
        <p:spPr>
          <a:xfrm>
            <a:off x="482969" y="4542125"/>
            <a:ext cx="8099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What’s the statistical model?</a:t>
            </a:r>
          </a:p>
        </p:txBody>
      </p:sp>
    </p:spTree>
    <p:extLst>
      <p:ext uri="{BB962C8B-B14F-4D97-AF65-F5344CB8AC3E}">
        <p14:creationId xmlns:p14="http://schemas.microsoft.com/office/powerpoint/2010/main" val="374093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A3DA-1968-78A2-6ED1-1D227B4B7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90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Resolvable: </a:t>
            </a:r>
            <a:br>
              <a:rPr lang="en-US" sz="3200" dirty="0"/>
            </a:br>
            <a:r>
              <a:rPr lang="en-US" sz="3200" dirty="0"/>
              <a:t>v=6 b=15 k=2 r=5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77985-D5AC-9DE2-6C52-0C9EB7A50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7" y="1447726"/>
            <a:ext cx="6935539" cy="237290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2C706DB-B6EC-FA18-415C-CD84C384074A}"/>
              </a:ext>
            </a:extLst>
          </p:cNvPr>
          <p:cNvGrpSpPr/>
          <p:nvPr/>
        </p:nvGrpSpPr>
        <p:grpSpPr>
          <a:xfrm>
            <a:off x="90051" y="4004351"/>
            <a:ext cx="10515600" cy="2469599"/>
            <a:chOff x="746760" y="4023276"/>
            <a:chExt cx="10515600" cy="24695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05D4C7-CED2-BEA3-FAE7-B8E1643E7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6760" y="5097610"/>
              <a:ext cx="7772400" cy="1395265"/>
            </a:xfrm>
            <a:prstGeom prst="rect">
              <a:avLst/>
            </a:prstGeom>
          </p:spPr>
        </p:pic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668FA3FC-74F6-6CEE-F710-9E9E781ED062}"/>
                </a:ext>
              </a:extLst>
            </p:cNvPr>
            <p:cNvSpPr txBox="1">
              <a:spLocks/>
            </p:cNvSpPr>
            <p:nvPr/>
          </p:nvSpPr>
          <p:spPr>
            <a:xfrm>
              <a:off x="746760" y="4023276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dirty="0"/>
                <a:t>Non-Resolvable designs: </a:t>
              </a:r>
            </a:p>
            <a:p>
              <a:r>
                <a:rPr lang="en-US" sz="3200" dirty="0"/>
                <a:t>v=6 b=10 k=3 r=5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06923F4-ECE4-35DC-1DA6-CFC9A14034F1}"/>
              </a:ext>
            </a:extLst>
          </p:cNvPr>
          <p:cNvGrpSpPr/>
          <p:nvPr/>
        </p:nvGrpSpPr>
        <p:grpSpPr>
          <a:xfrm>
            <a:off x="2377440" y="378181"/>
            <a:ext cx="9993086" cy="584775"/>
            <a:chOff x="2377440" y="384453"/>
            <a:chExt cx="9993086" cy="58477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F003F3-0EB2-D18E-74C6-B3D47E624D1A}"/>
                </a:ext>
              </a:extLst>
            </p:cNvPr>
            <p:cNvSpPr txBox="1"/>
            <p:nvPr/>
          </p:nvSpPr>
          <p:spPr>
            <a:xfrm>
              <a:off x="6754836" y="384453"/>
              <a:ext cx="561569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i="1" dirty="0" err="1">
                  <a:effectLst/>
                  <a:latin typeface="Helvetica" pitchFamily="2" charset="0"/>
                </a:rPr>
                <a:t>y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ijk</a:t>
              </a:r>
              <a:r>
                <a:rPr lang="en-US" sz="3200" i="1" dirty="0">
                  <a:effectLst/>
                  <a:latin typeface="Helvetica" pitchFamily="2" charset="0"/>
                </a:rPr>
                <a:t> = </a:t>
              </a:r>
              <a:r>
                <a:rPr lang="el-GR" sz="3200" i="1" dirty="0">
                  <a:effectLst/>
                  <a:latin typeface="Helvetica" pitchFamily="2" charset="0"/>
                </a:rPr>
                <a:t>μ + </a:t>
              </a:r>
              <a:r>
                <a:rPr lang="en-US" sz="3200" i="1" dirty="0" err="1">
                  <a:effectLst/>
                  <a:latin typeface="Helvetica" pitchFamily="2" charset="0"/>
                </a:rPr>
                <a:t>r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k</a:t>
              </a:r>
              <a:r>
                <a:rPr lang="en-US" sz="3200" i="1" dirty="0">
                  <a:effectLst/>
                  <a:latin typeface="Helvetica" pitchFamily="2" charset="0"/>
                </a:rPr>
                <a:t> + </a:t>
              </a:r>
              <a:r>
                <a:rPr lang="en-US" sz="3200" i="1" dirty="0" err="1">
                  <a:effectLst/>
                  <a:latin typeface="Helvetica" pitchFamily="2" charset="0"/>
                </a:rPr>
                <a:t>b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j</a:t>
              </a:r>
              <a:r>
                <a:rPr lang="en-US" sz="3200" i="1" baseline="-25000" dirty="0">
                  <a:effectLst/>
                  <a:latin typeface="Helvetica" pitchFamily="2" charset="0"/>
                </a:rPr>
                <a:t>(k) </a:t>
              </a:r>
              <a:r>
                <a:rPr lang="en-US" sz="3200" i="1" dirty="0">
                  <a:effectLst/>
                  <a:latin typeface="Helvetica" pitchFamily="2" charset="0"/>
                </a:rPr>
                <a:t>+ </a:t>
              </a:r>
              <a:r>
                <a:rPr lang="en-US" sz="3200" i="1" dirty="0" err="1">
                  <a:effectLst/>
                  <a:latin typeface="Helvetica" pitchFamily="2" charset="0"/>
                </a:rPr>
                <a:t>t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</a:t>
              </a:r>
              <a:r>
                <a:rPr lang="en-US" sz="3200" i="1" dirty="0">
                  <a:effectLst/>
                  <a:latin typeface="Helvetica" pitchFamily="2" charset="0"/>
                </a:rPr>
                <a:t> + </a:t>
              </a:r>
              <a:r>
                <a:rPr lang="en-US" sz="3200" i="1" dirty="0" err="1">
                  <a:effectLst/>
                  <a:latin typeface="Helvetica" pitchFamily="2" charset="0"/>
                </a:rPr>
                <a:t>e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ij</a:t>
              </a:r>
              <a:r>
                <a:rPr lang="en-US" sz="3200" i="1" baseline="-25000" dirty="0">
                  <a:effectLst/>
                  <a:latin typeface="Helvetica" pitchFamily="2" charset="0"/>
                </a:rPr>
                <a:t>(k)</a:t>
              </a:r>
              <a:endParaRPr lang="en-US" sz="3200" baseline="-25000" dirty="0">
                <a:effectLst/>
                <a:latin typeface="Helvetica" pitchFamily="2" charset="0"/>
              </a:endParaRPr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1525174F-D368-22F9-9892-D441B45A6E32}"/>
                </a:ext>
              </a:extLst>
            </p:cNvPr>
            <p:cNvSpPr/>
            <p:nvPr/>
          </p:nvSpPr>
          <p:spPr>
            <a:xfrm>
              <a:off x="2377440" y="676841"/>
              <a:ext cx="3592286" cy="2114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B6F672-4145-C1AA-1DE8-53ACEE50DCEA}"/>
              </a:ext>
            </a:extLst>
          </p:cNvPr>
          <p:cNvGrpSpPr/>
          <p:nvPr/>
        </p:nvGrpSpPr>
        <p:grpSpPr>
          <a:xfrm>
            <a:off x="4276028" y="4187151"/>
            <a:ext cx="7482001" cy="584775"/>
            <a:chOff x="4185977" y="4244976"/>
            <a:chExt cx="7482001" cy="5847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670ECD-8F63-A4EC-F4C5-561CE83CDD5A}"/>
                </a:ext>
              </a:extLst>
            </p:cNvPr>
            <p:cNvSpPr txBox="1"/>
            <p:nvPr/>
          </p:nvSpPr>
          <p:spPr>
            <a:xfrm>
              <a:off x="8006024" y="4244976"/>
              <a:ext cx="366195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i="1" dirty="0" err="1">
                  <a:effectLst/>
                  <a:latin typeface="Helvetica" pitchFamily="2" charset="0"/>
                </a:rPr>
                <a:t>y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ij</a:t>
              </a:r>
              <a:r>
                <a:rPr lang="en-US" sz="3200" i="1" dirty="0">
                  <a:effectLst/>
                  <a:latin typeface="Helvetica" pitchFamily="2" charset="0"/>
                </a:rPr>
                <a:t> = </a:t>
              </a:r>
              <a:r>
                <a:rPr lang="el-GR" sz="3200" i="1" dirty="0">
                  <a:effectLst/>
                  <a:latin typeface="Helvetica" pitchFamily="2" charset="0"/>
                </a:rPr>
                <a:t>μ + </a:t>
              </a:r>
              <a:r>
                <a:rPr lang="en-US" sz="3200" i="1" dirty="0" err="1">
                  <a:effectLst/>
                  <a:latin typeface="Helvetica" pitchFamily="2" charset="0"/>
                </a:rPr>
                <a:t>b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j</a:t>
              </a:r>
              <a:r>
                <a:rPr lang="en-US" sz="3200" i="1" dirty="0">
                  <a:effectLst/>
                  <a:latin typeface="Helvetica" pitchFamily="2" charset="0"/>
                </a:rPr>
                <a:t> + </a:t>
              </a:r>
              <a:r>
                <a:rPr lang="en-US" sz="3200" i="1" dirty="0" err="1">
                  <a:effectLst/>
                  <a:latin typeface="Helvetica" pitchFamily="2" charset="0"/>
                </a:rPr>
                <a:t>t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</a:t>
              </a:r>
              <a:r>
                <a:rPr lang="en-US" sz="3200" i="1" dirty="0">
                  <a:effectLst/>
                  <a:latin typeface="Helvetica" pitchFamily="2" charset="0"/>
                </a:rPr>
                <a:t> + </a:t>
              </a:r>
              <a:r>
                <a:rPr lang="en-US" sz="3200" i="1" dirty="0" err="1">
                  <a:effectLst/>
                  <a:latin typeface="Helvetica" pitchFamily="2" charset="0"/>
                </a:rPr>
                <a:t>e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ij</a:t>
              </a:r>
              <a:endParaRPr lang="en-US" sz="3200" baseline="-25000" dirty="0">
                <a:effectLst/>
                <a:latin typeface="Helvetica" pitchFamily="2" charset="0"/>
              </a:endParaRPr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18292A1A-3A5A-B038-12E9-7F0EBEDE5577}"/>
                </a:ext>
              </a:extLst>
            </p:cNvPr>
            <p:cNvSpPr/>
            <p:nvPr/>
          </p:nvSpPr>
          <p:spPr>
            <a:xfrm>
              <a:off x="4185977" y="4513525"/>
              <a:ext cx="3592286" cy="2114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FB7E772-02C5-ECBF-201D-458672AC2769}"/>
              </a:ext>
            </a:extLst>
          </p:cNvPr>
          <p:cNvSpPr txBox="1"/>
          <p:nvPr/>
        </p:nvSpPr>
        <p:spPr>
          <a:xfrm>
            <a:off x="6442317" y="1747295"/>
            <a:ext cx="6502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highlight>
                  <a:srgbClr val="C0C0C0"/>
                </a:highlight>
              </a:rPr>
              <a:t>“block” = inc. block = “sub-block”</a:t>
            </a:r>
          </a:p>
          <a:p>
            <a:pPr algn="ctr"/>
            <a:r>
              <a:rPr lang="en-US" sz="2800" dirty="0">
                <a:highlight>
                  <a:srgbClr val="C0C0C0"/>
                </a:highlight>
              </a:rPr>
              <a:t>replication = “superblock”</a:t>
            </a:r>
          </a:p>
        </p:txBody>
      </p:sp>
    </p:spTree>
    <p:extLst>
      <p:ext uri="{BB962C8B-B14F-4D97-AF65-F5344CB8AC3E}">
        <p14:creationId xmlns:p14="http://schemas.microsoft.com/office/powerpoint/2010/main" val="307670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8B4EA3-158F-4233-86E1-7DCD99767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234" y="3456124"/>
            <a:ext cx="7772400" cy="30403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4E3C1E-E23B-C8EC-A79B-6CBA197BD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51" y="143452"/>
            <a:ext cx="10515600" cy="1325563"/>
          </a:xfrm>
        </p:spPr>
        <p:txBody>
          <a:bodyPr/>
          <a:lstStyle/>
          <a:p>
            <a:r>
              <a:rPr lang="en-US" dirty="0"/>
              <a:t>Resolvable designs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B03FA-130D-779B-A8CC-DCE452FBF490}"/>
              </a:ext>
            </a:extLst>
          </p:cNvPr>
          <p:cNvSpPr txBox="1"/>
          <p:nvPr/>
        </p:nvSpPr>
        <p:spPr>
          <a:xfrm>
            <a:off x="674451" y="6034839"/>
            <a:ext cx="8099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What is 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21D166-C883-D22E-D468-A01A9D48D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272" y="1608183"/>
            <a:ext cx="5304439" cy="155410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62B38CB-43F5-6391-7CE7-FA7A1A36B290}"/>
              </a:ext>
            </a:extLst>
          </p:cNvPr>
          <p:cNvGrpSpPr/>
          <p:nvPr/>
        </p:nvGrpSpPr>
        <p:grpSpPr>
          <a:xfrm>
            <a:off x="480310" y="1608183"/>
            <a:ext cx="5615690" cy="1159405"/>
            <a:chOff x="278291" y="-82071"/>
            <a:chExt cx="5615690" cy="115940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855D70-61E9-F915-CF79-2484F88E6FAE}"/>
                </a:ext>
              </a:extLst>
            </p:cNvPr>
            <p:cNvSpPr txBox="1"/>
            <p:nvPr/>
          </p:nvSpPr>
          <p:spPr>
            <a:xfrm>
              <a:off x="278291" y="-82071"/>
              <a:ext cx="561569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i="1" dirty="0" err="1">
                  <a:effectLst/>
                  <a:latin typeface="Helvetica" pitchFamily="2" charset="0"/>
                </a:rPr>
                <a:t>y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ijk</a:t>
              </a:r>
              <a:r>
                <a:rPr lang="en-US" sz="3200" i="1" dirty="0">
                  <a:effectLst/>
                  <a:latin typeface="Helvetica" pitchFamily="2" charset="0"/>
                </a:rPr>
                <a:t> = </a:t>
              </a:r>
              <a:r>
                <a:rPr lang="el-GR" sz="3200" i="1" dirty="0">
                  <a:effectLst/>
                  <a:latin typeface="Helvetica" pitchFamily="2" charset="0"/>
                </a:rPr>
                <a:t>μ + </a:t>
              </a:r>
              <a:r>
                <a:rPr lang="en-US" sz="3200" i="1" dirty="0" err="1">
                  <a:effectLst/>
                  <a:latin typeface="Helvetica" pitchFamily="2" charset="0"/>
                </a:rPr>
                <a:t>r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k</a:t>
              </a:r>
              <a:r>
                <a:rPr lang="en-US" sz="3200" i="1" dirty="0">
                  <a:effectLst/>
                  <a:latin typeface="Helvetica" pitchFamily="2" charset="0"/>
                </a:rPr>
                <a:t> + </a:t>
              </a:r>
              <a:r>
                <a:rPr lang="en-US" sz="3200" i="1" dirty="0" err="1">
                  <a:effectLst/>
                  <a:latin typeface="Helvetica" pitchFamily="2" charset="0"/>
                </a:rPr>
                <a:t>b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j</a:t>
              </a:r>
              <a:r>
                <a:rPr lang="en-US" sz="3200" i="1" baseline="-25000" dirty="0">
                  <a:effectLst/>
                  <a:latin typeface="Helvetica" pitchFamily="2" charset="0"/>
                </a:rPr>
                <a:t>(k) </a:t>
              </a:r>
              <a:r>
                <a:rPr lang="en-US" sz="3200" i="1" dirty="0">
                  <a:effectLst/>
                  <a:latin typeface="Helvetica" pitchFamily="2" charset="0"/>
                </a:rPr>
                <a:t>+ </a:t>
              </a:r>
              <a:r>
                <a:rPr lang="en-US" sz="3200" i="1" dirty="0" err="1">
                  <a:effectLst/>
                  <a:latin typeface="Helvetica" pitchFamily="2" charset="0"/>
                </a:rPr>
                <a:t>t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</a:t>
              </a:r>
              <a:r>
                <a:rPr lang="en-US" sz="3200" i="1" dirty="0">
                  <a:effectLst/>
                  <a:latin typeface="Helvetica" pitchFamily="2" charset="0"/>
                </a:rPr>
                <a:t> + </a:t>
              </a:r>
              <a:r>
                <a:rPr lang="en-US" sz="3200" i="1" dirty="0" err="1">
                  <a:effectLst/>
                  <a:latin typeface="Helvetica" pitchFamily="2" charset="0"/>
                </a:rPr>
                <a:t>e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ij</a:t>
              </a:r>
              <a:r>
                <a:rPr lang="en-US" sz="3200" i="1" baseline="-25000" dirty="0">
                  <a:effectLst/>
                  <a:latin typeface="Helvetica" pitchFamily="2" charset="0"/>
                </a:rPr>
                <a:t>(k)</a:t>
              </a:r>
              <a:endParaRPr lang="en-US" sz="3200" baseline="-25000" dirty="0">
                <a:effectLst/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A33770-71CB-FD71-E854-62EA3B28362A}"/>
                </a:ext>
              </a:extLst>
            </p:cNvPr>
            <p:cNvSpPr txBox="1"/>
            <p:nvPr/>
          </p:nvSpPr>
          <p:spPr>
            <a:xfrm>
              <a:off x="278291" y="492559"/>
              <a:ext cx="366195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i="1" dirty="0" err="1">
                  <a:effectLst/>
                  <a:latin typeface="Helvetica" pitchFamily="2" charset="0"/>
                </a:rPr>
                <a:t>y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ij</a:t>
              </a:r>
              <a:r>
                <a:rPr lang="en-US" sz="3200" i="1" dirty="0">
                  <a:effectLst/>
                  <a:latin typeface="Helvetica" pitchFamily="2" charset="0"/>
                </a:rPr>
                <a:t> = </a:t>
              </a:r>
              <a:r>
                <a:rPr lang="el-GR" sz="3200" i="1" dirty="0">
                  <a:effectLst/>
                  <a:latin typeface="Helvetica" pitchFamily="2" charset="0"/>
                </a:rPr>
                <a:t>μ + </a:t>
              </a:r>
              <a:r>
                <a:rPr lang="en-US" sz="3200" i="1" dirty="0" err="1">
                  <a:effectLst/>
                  <a:latin typeface="Helvetica" pitchFamily="2" charset="0"/>
                </a:rPr>
                <a:t>b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j</a:t>
              </a:r>
              <a:r>
                <a:rPr lang="en-US" sz="3200" i="1" dirty="0">
                  <a:effectLst/>
                  <a:latin typeface="Helvetica" pitchFamily="2" charset="0"/>
                </a:rPr>
                <a:t> + </a:t>
              </a:r>
              <a:r>
                <a:rPr lang="en-US" sz="3200" i="1" dirty="0" err="1">
                  <a:effectLst/>
                  <a:latin typeface="Helvetica" pitchFamily="2" charset="0"/>
                </a:rPr>
                <a:t>t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</a:t>
              </a:r>
              <a:r>
                <a:rPr lang="en-US" sz="3200" i="1" dirty="0">
                  <a:effectLst/>
                  <a:latin typeface="Helvetica" pitchFamily="2" charset="0"/>
                </a:rPr>
                <a:t> + </a:t>
              </a:r>
              <a:r>
                <a:rPr lang="en-US" sz="3200" i="1" dirty="0" err="1">
                  <a:effectLst/>
                  <a:latin typeface="Helvetica" pitchFamily="2" charset="0"/>
                </a:rPr>
                <a:t>e</a:t>
              </a:r>
              <a:r>
                <a:rPr lang="en-US" sz="3200" i="1" baseline="-25000" dirty="0" err="1">
                  <a:effectLst/>
                  <a:latin typeface="Helvetica" pitchFamily="2" charset="0"/>
                </a:rPr>
                <a:t>ij</a:t>
              </a:r>
              <a:endParaRPr lang="en-US" sz="3200" baseline="-25000" dirty="0">
                <a:effectLst/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298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CEB8-209A-3C72-1ED1-0B6A7EAB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Fixed vs 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7192D-510E-007E-49A4-2058A64A7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 as a fixed effect: intra-block analysis</a:t>
            </a:r>
          </a:p>
          <a:p>
            <a:pPr lvl="1"/>
            <a:r>
              <a:rPr lang="en-US" dirty="0"/>
              <a:t>treatment information only from within-block comparisons</a:t>
            </a:r>
          </a:p>
          <a:p>
            <a:r>
              <a:rPr lang="en-US" dirty="0"/>
              <a:t>Block as a random effect: inter-block analysis</a:t>
            </a:r>
          </a:p>
          <a:p>
            <a:pPr lvl="1"/>
            <a:r>
              <a:rPr lang="en-US" dirty="0"/>
              <a:t>comparisons are confounded with unknown block effects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B7314-6558-9A87-5714-9FAB4BA42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55" y="4209656"/>
            <a:ext cx="7772400" cy="1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97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AFB6E-FE71-2134-2BE4-F146663E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for 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7091E-9E69-A2AA-CEF9-704731E32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Several Packages on DoE </a:t>
            </a:r>
            <a:r>
              <a:rPr lang="en-US" dirty="0">
                <a:hlinkClick r:id="rId2"/>
              </a:rPr>
              <a:t>https://cran.r-project.org/web/views/ExperimentalDesign.html</a:t>
            </a:r>
            <a:r>
              <a:rPr lang="en-US" dirty="0"/>
              <a:t> </a:t>
            </a:r>
          </a:p>
          <a:p>
            <a:r>
              <a:rPr lang="en-US" dirty="0"/>
              <a:t>Alpha Lattice on </a:t>
            </a:r>
            <a:r>
              <a:rPr lang="en-US" dirty="0" err="1"/>
              <a:t>FieldHub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https://cran.r-project.org/web/packages/FielDHub/vignettes/alpha_lattice.html</a:t>
            </a:r>
            <a:endParaRPr lang="en-US" dirty="0"/>
          </a:p>
          <a:p>
            <a:r>
              <a:rPr lang="en-US" dirty="0"/>
              <a:t>Analysis of ABD (</a:t>
            </a:r>
            <a:r>
              <a:rPr lang="en-US" dirty="0">
                <a:hlinkClick r:id="rId4"/>
              </a:rPr>
              <a:t>https://aravind-j.github.io/augmentedRCBD/index.html</a:t>
            </a:r>
            <a:r>
              <a:rPr lang="en-US" dirty="0"/>
              <a:t>)</a:t>
            </a:r>
          </a:p>
          <a:p>
            <a:r>
              <a:rPr lang="en-US" dirty="0"/>
              <a:t>MrBean (</a:t>
            </a:r>
            <a:r>
              <a:rPr lang="en-US" dirty="0">
                <a:hlinkClick r:id="rId5"/>
              </a:rPr>
              <a:t>https://beanteam.shinyapps.io/MrBean_BETA/</a:t>
            </a:r>
            <a:r>
              <a:rPr lang="en-US" dirty="0"/>
              <a:t>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B256CC-D24D-BC3A-53CA-6A0AA3566233}"/>
              </a:ext>
            </a:extLst>
          </p:cNvPr>
          <p:cNvSpPr txBox="1">
            <a:spLocks/>
          </p:cNvSpPr>
          <p:nvPr/>
        </p:nvSpPr>
        <p:spPr>
          <a:xfrm>
            <a:off x="923261" y="22931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154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13416</TotalTime>
  <Words>1144</Words>
  <Application>Microsoft Macintosh PowerPoint</Application>
  <PresentationFormat>Widescreen</PresentationFormat>
  <Paragraphs>125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Fira Sans Condensed</vt:lpstr>
      <vt:lpstr>Helvetica</vt:lpstr>
      <vt:lpstr>MJXc-TeX-main-R</vt:lpstr>
      <vt:lpstr>MJXc-TeX-math-I</vt:lpstr>
      <vt:lpstr>Wingdings</vt:lpstr>
      <vt:lpstr>Office Theme</vt:lpstr>
      <vt:lpstr>AGST  50104  Experimental Design</vt:lpstr>
      <vt:lpstr>Incomplete Block Design</vt:lpstr>
      <vt:lpstr>RCBD is not always possible</vt:lpstr>
      <vt:lpstr>Some types of Incomplete Block Designs</vt:lpstr>
      <vt:lpstr>PowerPoint Presentation</vt:lpstr>
      <vt:lpstr>Example if ABD: Maize production for different hybrids</vt:lpstr>
      <vt:lpstr>Analyzing it in R (review of RCBD)</vt:lpstr>
      <vt:lpstr>Balanced Incomplete Block Designs (BIB)</vt:lpstr>
      <vt:lpstr>Examples [that CAN be] Resolvable Designs</vt:lpstr>
      <vt:lpstr>Resolvable (a type of BIB)</vt:lpstr>
      <vt:lpstr>Resolvable:  v=6 b=15 k=2 r=5</vt:lpstr>
      <vt:lpstr>Resolvable designs</vt:lpstr>
      <vt:lpstr>Fixed vs random</vt:lpstr>
      <vt:lpstr>Packages for experimental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stats</dc:title>
  <dc:creator>Samuel B Fernandes</dc:creator>
  <cp:lastModifiedBy>Samuel B Fernandes</cp:lastModifiedBy>
  <cp:revision>44</cp:revision>
  <dcterms:created xsi:type="dcterms:W3CDTF">2023-01-21T17:19:51Z</dcterms:created>
  <dcterms:modified xsi:type="dcterms:W3CDTF">2025-03-19T13:54:06Z</dcterms:modified>
</cp:coreProperties>
</file>