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1" r:id="rId2"/>
    <p:sldId id="333" r:id="rId3"/>
    <p:sldId id="362" r:id="rId4"/>
    <p:sldId id="363" r:id="rId5"/>
    <p:sldId id="352" r:id="rId6"/>
    <p:sldId id="341" r:id="rId7"/>
    <p:sldId id="342" r:id="rId8"/>
    <p:sldId id="343" r:id="rId9"/>
    <p:sldId id="344" r:id="rId10"/>
    <p:sldId id="353" r:id="rId11"/>
    <p:sldId id="345" r:id="rId12"/>
    <p:sldId id="354" r:id="rId13"/>
    <p:sldId id="364" r:id="rId14"/>
    <p:sldId id="355" r:id="rId15"/>
    <p:sldId id="3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D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EB6F2F-7025-254D-A2F0-62EB3383698B}" v="179" dt="2025-01-31T16:30:38.4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06"/>
    <p:restoredTop sz="94608"/>
  </p:normalViewPr>
  <p:slideViewPr>
    <p:cSldViewPr snapToGrid="0">
      <p:cViewPr varScale="1">
        <p:scale>
          <a:sx n="135" d="100"/>
          <a:sy n="135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B Fernandes" userId="6d96ad7d-4ada-4a90-936f-060428e74a02" providerId="ADAL" clId="{AFF4373F-1F38-0048-BC84-FB763605C1F9}"/>
    <pc:docChg chg="undo custSel addSld delSld modSld sldOrd modMainMaster">
      <pc:chgData name="Samuel B Fernandes" userId="6d96ad7d-4ada-4a90-936f-060428e74a02" providerId="ADAL" clId="{AFF4373F-1F38-0048-BC84-FB763605C1F9}" dt="2025-01-27T16:25:42.033" v="525" actId="207"/>
      <pc:docMkLst>
        <pc:docMk/>
      </pc:docMkLst>
      <pc:sldChg chg="addSp modSp add mod modAnim">
        <pc:chgData name="Samuel B Fernandes" userId="6d96ad7d-4ada-4a90-936f-060428e74a02" providerId="ADAL" clId="{AFF4373F-1F38-0048-BC84-FB763605C1F9}" dt="2025-01-27T16:04:57.090" v="377" actId="14100"/>
        <pc:sldMkLst>
          <pc:docMk/>
          <pc:sldMk cId="2541198237" sldId="264"/>
        </pc:sldMkLst>
      </pc:sldChg>
      <pc:sldChg chg="add">
        <pc:chgData name="Samuel B Fernandes" userId="6d96ad7d-4ada-4a90-936f-060428e74a02" providerId="ADAL" clId="{AFF4373F-1F38-0048-BC84-FB763605C1F9}" dt="2025-01-27T06:04:52.848" v="31"/>
        <pc:sldMkLst>
          <pc:docMk/>
          <pc:sldMk cId="366798779" sldId="271"/>
        </pc:sldMkLst>
      </pc:sldChg>
      <pc:sldChg chg="add del">
        <pc:chgData name="Samuel B Fernandes" userId="6d96ad7d-4ada-4a90-936f-060428e74a02" providerId="ADAL" clId="{AFF4373F-1F38-0048-BC84-FB763605C1F9}" dt="2025-01-27T16:10:45.740" v="461" actId="2696"/>
        <pc:sldMkLst>
          <pc:docMk/>
          <pc:sldMk cId="3273127089" sldId="294"/>
        </pc:sldMkLst>
      </pc:sldChg>
      <pc:sldChg chg="add ord">
        <pc:chgData name="Samuel B Fernandes" userId="6d96ad7d-4ada-4a90-936f-060428e74a02" providerId="ADAL" clId="{AFF4373F-1F38-0048-BC84-FB763605C1F9}" dt="2025-01-27T16:10:03.557" v="460" actId="20578"/>
        <pc:sldMkLst>
          <pc:docMk/>
          <pc:sldMk cId="3748445364" sldId="296"/>
        </pc:sldMkLst>
      </pc:sldChg>
      <pc:sldChg chg="addSp delSp modSp add del mod chgLayout">
        <pc:chgData name="Samuel B Fernandes" userId="6d96ad7d-4ada-4a90-936f-060428e74a02" providerId="ADAL" clId="{AFF4373F-1F38-0048-BC84-FB763605C1F9}" dt="2025-01-27T15:58:46.809" v="253" actId="2696"/>
        <pc:sldMkLst>
          <pc:docMk/>
          <pc:sldMk cId="1564544165" sldId="332"/>
        </pc:sldMkLst>
      </pc:sldChg>
      <pc:sldChg chg="addSp delSp modSp mod ord modClrScheme chgLayout">
        <pc:chgData name="Samuel B Fernandes" userId="6d96ad7d-4ada-4a90-936f-060428e74a02" providerId="ADAL" clId="{AFF4373F-1F38-0048-BC84-FB763605C1F9}" dt="2025-01-27T06:06:37.893" v="45" actId="27636"/>
        <pc:sldMkLst>
          <pc:docMk/>
          <pc:sldMk cId="3903830509" sldId="333"/>
        </pc:sldMkLst>
        <pc:spChg chg="mod ord">
          <ac:chgData name="Samuel B Fernandes" userId="6d96ad7d-4ada-4a90-936f-060428e74a02" providerId="ADAL" clId="{AFF4373F-1F38-0048-BC84-FB763605C1F9}" dt="2025-01-27T06:06:37.893" v="45" actId="27636"/>
          <ac:spMkLst>
            <pc:docMk/>
            <pc:sldMk cId="3903830509" sldId="333"/>
            <ac:spMk id="2" creationId="{ACFAFD8B-91DA-157E-01E6-E68C0246D475}"/>
          </ac:spMkLst>
        </pc:spChg>
      </pc:sldChg>
      <pc:sldChg chg="modSp mod">
        <pc:chgData name="Samuel B Fernandes" userId="6d96ad7d-4ada-4a90-936f-060428e74a02" providerId="ADAL" clId="{AFF4373F-1F38-0048-BC84-FB763605C1F9}" dt="2025-01-27T16:16:03.639" v="474" actId="1036"/>
        <pc:sldMkLst>
          <pc:docMk/>
          <pc:sldMk cId="4107449489" sldId="334"/>
        </pc:sldMkLst>
      </pc:sldChg>
      <pc:sldChg chg="add ord">
        <pc:chgData name="Samuel B Fernandes" userId="6d96ad7d-4ada-4a90-936f-060428e74a02" providerId="ADAL" clId="{AFF4373F-1F38-0048-BC84-FB763605C1F9}" dt="2025-01-27T15:40:53.252" v="54" actId="20578"/>
        <pc:sldMkLst>
          <pc:docMk/>
          <pc:sldMk cId="1080425090" sldId="335"/>
        </pc:sldMkLst>
      </pc:sldChg>
      <pc:sldChg chg="addSp modSp mod modAnim">
        <pc:chgData name="Samuel B Fernandes" userId="6d96ad7d-4ada-4a90-936f-060428e74a02" providerId="ADAL" clId="{AFF4373F-1F38-0048-BC84-FB763605C1F9}" dt="2025-01-27T16:17:47.054" v="523" actId="20577"/>
        <pc:sldMkLst>
          <pc:docMk/>
          <pc:sldMk cId="3698291369" sldId="336"/>
        </pc:sldMkLst>
      </pc:sldChg>
      <pc:sldChg chg="modSp mod">
        <pc:chgData name="Samuel B Fernandes" userId="6d96ad7d-4ada-4a90-936f-060428e74a02" providerId="ADAL" clId="{AFF4373F-1F38-0048-BC84-FB763605C1F9}" dt="2025-01-27T16:25:42.033" v="525" actId="207"/>
        <pc:sldMkLst>
          <pc:docMk/>
          <pc:sldMk cId="1749158079" sldId="340"/>
        </pc:sldMkLst>
      </pc:sldChg>
      <pc:sldChg chg="add">
        <pc:chgData name="Samuel B Fernandes" userId="6d96ad7d-4ada-4a90-936f-060428e74a02" providerId="ADAL" clId="{AFF4373F-1F38-0048-BC84-FB763605C1F9}" dt="2025-01-27T05:58:00.824" v="0"/>
        <pc:sldMkLst>
          <pc:docMk/>
          <pc:sldMk cId="3112826713" sldId="341"/>
        </pc:sldMkLst>
      </pc:sldChg>
      <pc:sldChg chg="add">
        <pc:chgData name="Samuel B Fernandes" userId="6d96ad7d-4ada-4a90-936f-060428e74a02" providerId="ADAL" clId="{AFF4373F-1F38-0048-BC84-FB763605C1F9}" dt="2025-01-27T05:58:00.824" v="0"/>
        <pc:sldMkLst>
          <pc:docMk/>
          <pc:sldMk cId="711664444" sldId="342"/>
        </pc:sldMkLst>
      </pc:sldChg>
      <pc:sldChg chg="add">
        <pc:chgData name="Samuel B Fernandes" userId="6d96ad7d-4ada-4a90-936f-060428e74a02" providerId="ADAL" clId="{AFF4373F-1F38-0048-BC84-FB763605C1F9}" dt="2025-01-27T05:58:00.824" v="0"/>
        <pc:sldMkLst>
          <pc:docMk/>
          <pc:sldMk cId="3790094974" sldId="343"/>
        </pc:sldMkLst>
      </pc:sldChg>
      <pc:sldChg chg="add">
        <pc:chgData name="Samuel B Fernandes" userId="6d96ad7d-4ada-4a90-936f-060428e74a02" providerId="ADAL" clId="{AFF4373F-1F38-0048-BC84-FB763605C1F9}" dt="2025-01-27T05:58:00.824" v="0"/>
        <pc:sldMkLst>
          <pc:docMk/>
          <pc:sldMk cId="3754454435" sldId="344"/>
        </pc:sldMkLst>
      </pc:sldChg>
      <pc:sldChg chg="add">
        <pc:chgData name="Samuel B Fernandes" userId="6d96ad7d-4ada-4a90-936f-060428e74a02" providerId="ADAL" clId="{AFF4373F-1F38-0048-BC84-FB763605C1F9}" dt="2025-01-27T05:58:00.824" v="0"/>
        <pc:sldMkLst>
          <pc:docMk/>
          <pc:sldMk cId="3870151191" sldId="345"/>
        </pc:sldMkLst>
      </pc:sldChg>
      <pc:sldChg chg="modSp mod">
        <pc:chgData name="Samuel B Fernandes" userId="6d96ad7d-4ada-4a90-936f-060428e74a02" providerId="ADAL" clId="{AFF4373F-1F38-0048-BC84-FB763605C1F9}" dt="2025-01-27T16:19:57.346" v="524" actId="732"/>
        <pc:sldMkLst>
          <pc:docMk/>
          <pc:sldMk cId="262757923" sldId="346"/>
        </pc:sldMkLst>
      </pc:sldChg>
      <pc:sldChg chg="add del">
        <pc:chgData name="Samuel B Fernandes" userId="6d96ad7d-4ada-4a90-936f-060428e74a02" providerId="ADAL" clId="{AFF4373F-1F38-0048-BC84-FB763605C1F9}" dt="2025-01-27T15:14:19.545" v="46" actId="2696"/>
        <pc:sldMkLst>
          <pc:docMk/>
          <pc:sldMk cId="10773105" sldId="351"/>
        </pc:sldMkLst>
      </pc:sldChg>
      <pc:sldChg chg="add">
        <pc:chgData name="Samuel B Fernandes" userId="6d96ad7d-4ada-4a90-936f-060428e74a02" providerId="ADAL" clId="{AFF4373F-1F38-0048-BC84-FB763605C1F9}" dt="2025-01-27T05:58:00.824" v="0"/>
        <pc:sldMkLst>
          <pc:docMk/>
          <pc:sldMk cId="2909172297" sldId="352"/>
        </pc:sldMkLst>
      </pc:sldChg>
      <pc:sldChg chg="add">
        <pc:chgData name="Samuel B Fernandes" userId="6d96ad7d-4ada-4a90-936f-060428e74a02" providerId="ADAL" clId="{AFF4373F-1F38-0048-BC84-FB763605C1F9}" dt="2025-01-27T05:58:00.824" v="0"/>
        <pc:sldMkLst>
          <pc:docMk/>
          <pc:sldMk cId="2765134956" sldId="353"/>
        </pc:sldMkLst>
      </pc:sldChg>
      <pc:sldChg chg="add">
        <pc:chgData name="Samuel B Fernandes" userId="6d96ad7d-4ada-4a90-936f-060428e74a02" providerId="ADAL" clId="{AFF4373F-1F38-0048-BC84-FB763605C1F9}" dt="2025-01-27T05:58:00.824" v="0"/>
        <pc:sldMkLst>
          <pc:docMk/>
          <pc:sldMk cId="1763345852" sldId="354"/>
        </pc:sldMkLst>
      </pc:sldChg>
      <pc:sldChg chg="add">
        <pc:chgData name="Samuel B Fernandes" userId="6d96ad7d-4ada-4a90-936f-060428e74a02" providerId="ADAL" clId="{AFF4373F-1F38-0048-BC84-FB763605C1F9}" dt="2025-01-27T05:58:00.824" v="0"/>
        <pc:sldMkLst>
          <pc:docMk/>
          <pc:sldMk cId="1842229535" sldId="355"/>
        </pc:sldMkLst>
      </pc:sldChg>
      <pc:sldChg chg="add">
        <pc:chgData name="Samuel B Fernandes" userId="6d96ad7d-4ada-4a90-936f-060428e74a02" providerId="ADAL" clId="{AFF4373F-1F38-0048-BC84-FB763605C1F9}" dt="2025-01-27T05:58:00.824" v="0"/>
        <pc:sldMkLst>
          <pc:docMk/>
          <pc:sldMk cId="1107495933" sldId="356"/>
        </pc:sldMkLst>
      </pc:sldChg>
      <pc:sldChg chg="add">
        <pc:chgData name="Samuel B Fernandes" userId="6d96ad7d-4ada-4a90-936f-060428e74a02" providerId="ADAL" clId="{AFF4373F-1F38-0048-BC84-FB763605C1F9}" dt="2025-01-27T05:58:00.824" v="0"/>
        <pc:sldMkLst>
          <pc:docMk/>
          <pc:sldMk cId="4199496299" sldId="357"/>
        </pc:sldMkLst>
      </pc:sldChg>
      <pc:sldChg chg="add">
        <pc:chgData name="Samuel B Fernandes" userId="6d96ad7d-4ada-4a90-936f-060428e74a02" providerId="ADAL" clId="{AFF4373F-1F38-0048-BC84-FB763605C1F9}" dt="2025-01-27T05:58:00.824" v="0"/>
        <pc:sldMkLst>
          <pc:docMk/>
          <pc:sldMk cId="209378673" sldId="358"/>
        </pc:sldMkLst>
      </pc:sldChg>
      <pc:sldChg chg="add">
        <pc:chgData name="Samuel B Fernandes" userId="6d96ad7d-4ada-4a90-936f-060428e74a02" providerId="ADAL" clId="{AFF4373F-1F38-0048-BC84-FB763605C1F9}" dt="2025-01-27T05:58:00.824" v="0"/>
        <pc:sldMkLst>
          <pc:docMk/>
          <pc:sldMk cId="272157743" sldId="359"/>
        </pc:sldMkLst>
      </pc:sldChg>
      <pc:sldChg chg="add">
        <pc:chgData name="Samuel B Fernandes" userId="6d96ad7d-4ada-4a90-936f-060428e74a02" providerId="ADAL" clId="{AFF4373F-1F38-0048-BC84-FB763605C1F9}" dt="2025-01-27T05:58:00.824" v="0"/>
        <pc:sldMkLst>
          <pc:docMk/>
          <pc:sldMk cId="1636892466" sldId="360"/>
        </pc:sldMkLst>
      </pc:sldChg>
      <pc:sldChg chg="add">
        <pc:chgData name="Samuel B Fernandes" userId="6d96ad7d-4ada-4a90-936f-060428e74a02" providerId="ADAL" clId="{AFF4373F-1F38-0048-BC84-FB763605C1F9}" dt="2025-01-27T05:58:00.824" v="0"/>
        <pc:sldMkLst>
          <pc:docMk/>
          <pc:sldMk cId="2454584348" sldId="361"/>
        </pc:sldMkLst>
      </pc:sldChg>
      <pc:sldChg chg="addSp modSp new mod modClrScheme modAnim chgLayout">
        <pc:chgData name="Samuel B Fernandes" userId="6d96ad7d-4ada-4a90-936f-060428e74a02" providerId="ADAL" clId="{AFF4373F-1F38-0048-BC84-FB763605C1F9}" dt="2025-01-27T16:11:43.587" v="466"/>
        <pc:sldMkLst>
          <pc:docMk/>
          <pc:sldMk cId="706609117" sldId="362"/>
        </pc:sldMkLst>
      </pc:sldChg>
      <pc:sldChg chg="add del">
        <pc:chgData name="Samuel B Fernandes" userId="6d96ad7d-4ada-4a90-936f-060428e74a02" providerId="ADAL" clId="{AFF4373F-1F38-0048-BC84-FB763605C1F9}" dt="2025-01-27T06:04:38.884" v="30"/>
        <pc:sldMkLst>
          <pc:docMk/>
          <pc:sldMk cId="3217237631" sldId="362"/>
        </pc:sldMkLst>
      </pc:sldChg>
      <pc:sldChg chg="addSp delSp modSp new mod ord modAnim">
        <pc:chgData name="Samuel B Fernandes" userId="6d96ad7d-4ada-4a90-936f-060428e74a02" providerId="ADAL" clId="{AFF4373F-1F38-0048-BC84-FB763605C1F9}" dt="2025-01-27T15:59:00.830" v="256" actId="571"/>
        <pc:sldMkLst>
          <pc:docMk/>
          <pc:sldMk cId="395142344" sldId="363"/>
        </pc:sldMkLst>
      </pc:sldChg>
      <pc:sldChg chg="add del">
        <pc:chgData name="Samuel B Fernandes" userId="6d96ad7d-4ada-4a90-936f-060428e74a02" providerId="ADAL" clId="{AFF4373F-1F38-0048-BC84-FB763605C1F9}" dt="2025-01-27T06:04:38.884" v="30"/>
        <pc:sldMkLst>
          <pc:docMk/>
          <pc:sldMk cId="2986887657" sldId="363"/>
        </pc:sldMkLst>
      </pc:sldChg>
      <pc:sldChg chg="add del">
        <pc:chgData name="Samuel B Fernandes" userId="6d96ad7d-4ada-4a90-936f-060428e74a02" providerId="ADAL" clId="{AFF4373F-1F38-0048-BC84-FB763605C1F9}" dt="2025-01-27T06:04:38.884" v="30"/>
        <pc:sldMkLst>
          <pc:docMk/>
          <pc:sldMk cId="761231153" sldId="364"/>
        </pc:sldMkLst>
      </pc:sldChg>
      <pc:sldChg chg="add del">
        <pc:chgData name="Samuel B Fernandes" userId="6d96ad7d-4ada-4a90-936f-060428e74a02" providerId="ADAL" clId="{AFF4373F-1F38-0048-BC84-FB763605C1F9}" dt="2025-01-27T06:04:38.884" v="30"/>
        <pc:sldMkLst>
          <pc:docMk/>
          <pc:sldMk cId="260522269" sldId="365"/>
        </pc:sldMkLst>
      </pc:sldChg>
      <pc:sldChg chg="add del">
        <pc:chgData name="Samuel B Fernandes" userId="6d96ad7d-4ada-4a90-936f-060428e74a02" providerId="ADAL" clId="{AFF4373F-1F38-0048-BC84-FB763605C1F9}" dt="2025-01-27T06:04:38.884" v="30"/>
        <pc:sldMkLst>
          <pc:docMk/>
          <pc:sldMk cId="3875891114" sldId="366"/>
        </pc:sldMkLst>
      </pc:sldChg>
      <pc:sldChg chg="add del">
        <pc:chgData name="Samuel B Fernandes" userId="6d96ad7d-4ada-4a90-936f-060428e74a02" providerId="ADAL" clId="{AFF4373F-1F38-0048-BC84-FB763605C1F9}" dt="2025-01-27T06:04:38.884" v="30"/>
        <pc:sldMkLst>
          <pc:docMk/>
          <pc:sldMk cId="1272411069" sldId="367"/>
        </pc:sldMkLst>
      </pc:sldChg>
      <pc:sldChg chg="add del">
        <pc:chgData name="Samuel B Fernandes" userId="6d96ad7d-4ada-4a90-936f-060428e74a02" providerId="ADAL" clId="{AFF4373F-1F38-0048-BC84-FB763605C1F9}" dt="2025-01-27T06:04:38.884" v="30"/>
        <pc:sldMkLst>
          <pc:docMk/>
          <pc:sldMk cId="399531890" sldId="368"/>
        </pc:sldMkLst>
      </pc:sldChg>
      <pc:sldChg chg="add del">
        <pc:chgData name="Samuel B Fernandes" userId="6d96ad7d-4ada-4a90-936f-060428e74a02" providerId="ADAL" clId="{AFF4373F-1F38-0048-BC84-FB763605C1F9}" dt="2025-01-27T06:04:38.884" v="30"/>
        <pc:sldMkLst>
          <pc:docMk/>
          <pc:sldMk cId="4033463794" sldId="369"/>
        </pc:sldMkLst>
      </pc:sldChg>
      <pc:sldChg chg="add del">
        <pc:chgData name="Samuel B Fernandes" userId="6d96ad7d-4ada-4a90-936f-060428e74a02" providerId="ADAL" clId="{AFF4373F-1F38-0048-BC84-FB763605C1F9}" dt="2025-01-27T06:04:38.884" v="30"/>
        <pc:sldMkLst>
          <pc:docMk/>
          <pc:sldMk cId="2360469994" sldId="370"/>
        </pc:sldMkLst>
      </pc:sldChg>
      <pc:sldChg chg="add del">
        <pc:chgData name="Samuel B Fernandes" userId="6d96ad7d-4ada-4a90-936f-060428e74a02" providerId="ADAL" clId="{AFF4373F-1F38-0048-BC84-FB763605C1F9}" dt="2025-01-27T06:04:38.884" v="30"/>
        <pc:sldMkLst>
          <pc:docMk/>
          <pc:sldMk cId="2691142216" sldId="371"/>
        </pc:sldMkLst>
      </pc:sldChg>
      <pc:sldChg chg="add del">
        <pc:chgData name="Samuel B Fernandes" userId="6d96ad7d-4ada-4a90-936f-060428e74a02" providerId="ADAL" clId="{AFF4373F-1F38-0048-BC84-FB763605C1F9}" dt="2025-01-27T06:04:38.884" v="30"/>
        <pc:sldMkLst>
          <pc:docMk/>
          <pc:sldMk cId="3852674391" sldId="372"/>
        </pc:sldMkLst>
      </pc:sldChg>
      <pc:sldChg chg="add del">
        <pc:chgData name="Samuel B Fernandes" userId="6d96ad7d-4ada-4a90-936f-060428e74a02" providerId="ADAL" clId="{AFF4373F-1F38-0048-BC84-FB763605C1F9}" dt="2025-01-27T06:04:38.884" v="30"/>
        <pc:sldMkLst>
          <pc:docMk/>
          <pc:sldMk cId="1595571665" sldId="373"/>
        </pc:sldMkLst>
      </pc:sldChg>
      <pc:sldChg chg="add del">
        <pc:chgData name="Samuel B Fernandes" userId="6d96ad7d-4ada-4a90-936f-060428e74a02" providerId="ADAL" clId="{AFF4373F-1F38-0048-BC84-FB763605C1F9}" dt="2025-01-27T06:04:38.884" v="30"/>
        <pc:sldMkLst>
          <pc:docMk/>
          <pc:sldMk cId="1903969093" sldId="374"/>
        </pc:sldMkLst>
      </pc:sldChg>
      <pc:sldChg chg="add del">
        <pc:chgData name="Samuel B Fernandes" userId="6d96ad7d-4ada-4a90-936f-060428e74a02" providerId="ADAL" clId="{AFF4373F-1F38-0048-BC84-FB763605C1F9}" dt="2025-01-27T06:04:38.884" v="30"/>
        <pc:sldMkLst>
          <pc:docMk/>
          <pc:sldMk cId="1821718752" sldId="375"/>
        </pc:sldMkLst>
      </pc:sldChg>
      <pc:sldChg chg="add del">
        <pc:chgData name="Samuel B Fernandes" userId="6d96ad7d-4ada-4a90-936f-060428e74a02" providerId="ADAL" clId="{AFF4373F-1F38-0048-BC84-FB763605C1F9}" dt="2025-01-27T06:04:38.884" v="30"/>
        <pc:sldMkLst>
          <pc:docMk/>
          <pc:sldMk cId="200141105" sldId="376"/>
        </pc:sldMkLst>
      </pc:sldChg>
      <pc:sldChg chg="add del">
        <pc:chgData name="Samuel B Fernandes" userId="6d96ad7d-4ada-4a90-936f-060428e74a02" providerId="ADAL" clId="{AFF4373F-1F38-0048-BC84-FB763605C1F9}" dt="2025-01-27T06:04:38.884" v="30"/>
        <pc:sldMkLst>
          <pc:docMk/>
          <pc:sldMk cId="3249836935" sldId="377"/>
        </pc:sldMkLst>
      </pc:sldChg>
      <pc:sldChg chg="add del">
        <pc:chgData name="Samuel B Fernandes" userId="6d96ad7d-4ada-4a90-936f-060428e74a02" providerId="ADAL" clId="{AFF4373F-1F38-0048-BC84-FB763605C1F9}" dt="2025-01-27T06:04:38.884" v="30"/>
        <pc:sldMkLst>
          <pc:docMk/>
          <pc:sldMk cId="3880846589" sldId="378"/>
        </pc:sldMkLst>
      </pc:sldChg>
      <pc:sldMasterChg chg="modSp setBg delSldLayout">
        <pc:chgData name="Samuel B Fernandes" userId="6d96ad7d-4ada-4a90-936f-060428e74a02" providerId="ADAL" clId="{AFF4373F-1F38-0048-BC84-FB763605C1F9}" dt="2025-01-27T16:10:45.740" v="461" actId="2696"/>
        <pc:sldMasterMkLst>
          <pc:docMk/>
          <pc:sldMasterMk cId="3339629186" sldId="2147483648"/>
        </pc:sldMasterMkLst>
        <pc:spChg chg="mod">
          <ac:chgData name="Samuel B Fernandes" userId="6d96ad7d-4ada-4a90-936f-060428e74a02" providerId="ADAL" clId="{AFF4373F-1F38-0048-BC84-FB763605C1F9}" dt="2025-01-27T06:03:43.716" v="4" actId="113"/>
          <ac:spMkLst>
            <pc:docMk/>
            <pc:sldMasterMk cId="3339629186" sldId="2147483648"/>
            <ac:spMk id="2" creationId="{78081CB6-BF24-BC74-3EEA-5896BC9122FC}"/>
          </ac:spMkLst>
        </pc:spChg>
        <pc:spChg chg="mod">
          <ac:chgData name="Samuel B Fernandes" userId="6d96ad7d-4ada-4a90-936f-060428e74a02" providerId="ADAL" clId="{AFF4373F-1F38-0048-BC84-FB763605C1F9}" dt="2025-01-27T06:03:35.991" v="2" actId="2711"/>
          <ac:spMkLst>
            <pc:docMk/>
            <pc:sldMasterMk cId="3339629186" sldId="2147483648"/>
            <ac:spMk id="3" creationId="{C089A131-00FF-7B74-AFB9-D3922CB2FC5F}"/>
          </ac:spMkLst>
        </pc:spChg>
        <pc:sldLayoutChg chg="del">
          <pc:chgData name="Samuel B Fernandes" userId="6d96ad7d-4ada-4a90-936f-060428e74a02" providerId="ADAL" clId="{AFF4373F-1F38-0048-BC84-FB763605C1F9}" dt="2025-01-27T16:10:45.740" v="461" actId="2696"/>
          <pc:sldLayoutMkLst>
            <pc:docMk/>
            <pc:sldMasterMk cId="3339629186" sldId="2147483648"/>
            <pc:sldLayoutMk cId="4010858007" sldId="2147483660"/>
          </pc:sldLayoutMkLst>
        </pc:sldLayoutChg>
      </pc:sldMasterChg>
    </pc:docChg>
  </pc:docChgLst>
  <pc:docChgLst>
    <pc:chgData name="Samuel B Fernandes" userId="6d96ad7d-4ada-4a90-936f-060428e74a02" providerId="ADAL" clId="{94EB6F2F-7025-254D-A2F0-62EB3383698B}"/>
    <pc:docChg chg="undo custSel addSld delSld modSld sldOrd">
      <pc:chgData name="Samuel B Fernandes" userId="6d96ad7d-4ada-4a90-936f-060428e74a02" providerId="ADAL" clId="{94EB6F2F-7025-254D-A2F0-62EB3383698B}" dt="2025-01-31T16:37:20.288" v="639" actId="20577"/>
      <pc:docMkLst>
        <pc:docMk/>
      </pc:docMkLst>
      <pc:sldChg chg="del">
        <pc:chgData name="Samuel B Fernandes" userId="6d96ad7d-4ada-4a90-936f-060428e74a02" providerId="ADAL" clId="{94EB6F2F-7025-254D-A2F0-62EB3383698B}" dt="2025-01-29T15:26:32.289" v="0" actId="2696"/>
        <pc:sldMkLst>
          <pc:docMk/>
          <pc:sldMk cId="2541198237" sldId="264"/>
        </pc:sldMkLst>
      </pc:sldChg>
      <pc:sldChg chg="del">
        <pc:chgData name="Samuel B Fernandes" userId="6d96ad7d-4ada-4a90-936f-060428e74a02" providerId="ADAL" clId="{94EB6F2F-7025-254D-A2F0-62EB3383698B}" dt="2025-01-29T15:26:32.289" v="0" actId="2696"/>
        <pc:sldMkLst>
          <pc:docMk/>
          <pc:sldMk cId="3748445364" sldId="296"/>
        </pc:sldMkLst>
      </pc:sldChg>
      <pc:sldChg chg="del">
        <pc:chgData name="Samuel B Fernandes" userId="6d96ad7d-4ada-4a90-936f-060428e74a02" providerId="ADAL" clId="{94EB6F2F-7025-254D-A2F0-62EB3383698B}" dt="2025-01-29T15:26:32.289" v="0" actId="2696"/>
        <pc:sldMkLst>
          <pc:docMk/>
          <pc:sldMk cId="4107449489" sldId="334"/>
        </pc:sldMkLst>
      </pc:sldChg>
      <pc:sldChg chg="del">
        <pc:chgData name="Samuel B Fernandes" userId="6d96ad7d-4ada-4a90-936f-060428e74a02" providerId="ADAL" clId="{94EB6F2F-7025-254D-A2F0-62EB3383698B}" dt="2025-01-29T15:26:32.289" v="0" actId="2696"/>
        <pc:sldMkLst>
          <pc:docMk/>
          <pc:sldMk cId="1080425090" sldId="335"/>
        </pc:sldMkLst>
      </pc:sldChg>
      <pc:sldChg chg="del">
        <pc:chgData name="Samuel B Fernandes" userId="6d96ad7d-4ada-4a90-936f-060428e74a02" providerId="ADAL" clId="{94EB6F2F-7025-254D-A2F0-62EB3383698B}" dt="2025-01-29T15:26:32.289" v="0" actId="2696"/>
        <pc:sldMkLst>
          <pc:docMk/>
          <pc:sldMk cId="3698291369" sldId="336"/>
        </pc:sldMkLst>
      </pc:sldChg>
      <pc:sldChg chg="del">
        <pc:chgData name="Samuel B Fernandes" userId="6d96ad7d-4ada-4a90-936f-060428e74a02" providerId="ADAL" clId="{94EB6F2F-7025-254D-A2F0-62EB3383698B}" dt="2025-01-29T15:26:32.289" v="0" actId="2696"/>
        <pc:sldMkLst>
          <pc:docMk/>
          <pc:sldMk cId="4107892339" sldId="337"/>
        </pc:sldMkLst>
      </pc:sldChg>
      <pc:sldChg chg="del">
        <pc:chgData name="Samuel B Fernandes" userId="6d96ad7d-4ada-4a90-936f-060428e74a02" providerId="ADAL" clId="{94EB6F2F-7025-254D-A2F0-62EB3383698B}" dt="2025-01-29T15:26:32.289" v="0" actId="2696"/>
        <pc:sldMkLst>
          <pc:docMk/>
          <pc:sldMk cId="3821434347" sldId="338"/>
        </pc:sldMkLst>
      </pc:sldChg>
      <pc:sldChg chg="del">
        <pc:chgData name="Samuel B Fernandes" userId="6d96ad7d-4ada-4a90-936f-060428e74a02" providerId="ADAL" clId="{94EB6F2F-7025-254D-A2F0-62EB3383698B}" dt="2025-01-29T15:26:32.289" v="0" actId="2696"/>
        <pc:sldMkLst>
          <pc:docMk/>
          <pc:sldMk cId="1760975998" sldId="339"/>
        </pc:sldMkLst>
      </pc:sldChg>
      <pc:sldChg chg="del">
        <pc:chgData name="Samuel B Fernandes" userId="6d96ad7d-4ada-4a90-936f-060428e74a02" providerId="ADAL" clId="{94EB6F2F-7025-254D-A2F0-62EB3383698B}" dt="2025-01-29T15:26:32.289" v="0" actId="2696"/>
        <pc:sldMkLst>
          <pc:docMk/>
          <pc:sldMk cId="1749158079" sldId="340"/>
        </pc:sldMkLst>
      </pc:sldChg>
      <pc:sldChg chg="del">
        <pc:chgData name="Samuel B Fernandes" userId="6d96ad7d-4ada-4a90-936f-060428e74a02" providerId="ADAL" clId="{94EB6F2F-7025-254D-A2F0-62EB3383698B}" dt="2025-01-29T15:26:32.289" v="0" actId="2696"/>
        <pc:sldMkLst>
          <pc:docMk/>
          <pc:sldMk cId="262757923" sldId="346"/>
        </pc:sldMkLst>
      </pc:sldChg>
      <pc:sldChg chg="del">
        <pc:chgData name="Samuel B Fernandes" userId="6d96ad7d-4ada-4a90-936f-060428e74a02" providerId="ADAL" clId="{94EB6F2F-7025-254D-A2F0-62EB3383698B}" dt="2025-01-29T15:26:32.289" v="0" actId="2696"/>
        <pc:sldMkLst>
          <pc:docMk/>
          <pc:sldMk cId="2612151410" sldId="347"/>
        </pc:sldMkLst>
      </pc:sldChg>
      <pc:sldChg chg="del">
        <pc:chgData name="Samuel B Fernandes" userId="6d96ad7d-4ada-4a90-936f-060428e74a02" providerId="ADAL" clId="{94EB6F2F-7025-254D-A2F0-62EB3383698B}" dt="2025-01-29T15:26:32.289" v="0" actId="2696"/>
        <pc:sldMkLst>
          <pc:docMk/>
          <pc:sldMk cId="3386249804" sldId="348"/>
        </pc:sldMkLst>
      </pc:sldChg>
      <pc:sldChg chg="del">
        <pc:chgData name="Samuel B Fernandes" userId="6d96ad7d-4ada-4a90-936f-060428e74a02" providerId="ADAL" clId="{94EB6F2F-7025-254D-A2F0-62EB3383698B}" dt="2025-01-29T15:26:32.289" v="0" actId="2696"/>
        <pc:sldMkLst>
          <pc:docMk/>
          <pc:sldMk cId="2289186989" sldId="349"/>
        </pc:sldMkLst>
      </pc:sldChg>
      <pc:sldChg chg="del">
        <pc:chgData name="Samuel B Fernandes" userId="6d96ad7d-4ada-4a90-936f-060428e74a02" providerId="ADAL" clId="{94EB6F2F-7025-254D-A2F0-62EB3383698B}" dt="2025-01-29T15:26:32.289" v="0" actId="2696"/>
        <pc:sldMkLst>
          <pc:docMk/>
          <pc:sldMk cId="1766863606" sldId="350"/>
        </pc:sldMkLst>
      </pc:sldChg>
      <pc:sldChg chg="addSp delSp modSp mod ord modAnim">
        <pc:chgData name="Samuel B Fernandes" userId="6d96ad7d-4ada-4a90-936f-060428e74a02" providerId="ADAL" clId="{94EB6F2F-7025-254D-A2F0-62EB3383698B}" dt="2025-01-31T16:30:38.408" v="474" actId="20577"/>
        <pc:sldMkLst>
          <pc:docMk/>
          <pc:sldMk cId="1842229535" sldId="355"/>
        </pc:sldMkLst>
        <pc:spChg chg="mod">
          <ac:chgData name="Samuel B Fernandes" userId="6d96ad7d-4ada-4a90-936f-060428e74a02" providerId="ADAL" clId="{94EB6F2F-7025-254D-A2F0-62EB3383698B}" dt="2025-01-31T16:30:38.408" v="474" actId="20577"/>
          <ac:spMkLst>
            <pc:docMk/>
            <pc:sldMk cId="1842229535" sldId="355"/>
            <ac:spMk id="3" creationId="{3BCE6CF5-CBA0-D3BA-5AA3-6A63786283E2}"/>
          </ac:spMkLst>
        </pc:spChg>
        <pc:spChg chg="add del mod">
          <ac:chgData name="Samuel B Fernandes" userId="6d96ad7d-4ada-4a90-936f-060428e74a02" providerId="ADAL" clId="{94EB6F2F-7025-254D-A2F0-62EB3383698B}" dt="2025-01-31T16:08:52.831" v="308" actId="22"/>
          <ac:spMkLst>
            <pc:docMk/>
            <pc:sldMk cId="1842229535" sldId="355"/>
            <ac:spMk id="6" creationId="{B41D8286-3120-E0B3-4C88-37B792252CA3}"/>
          </ac:spMkLst>
        </pc:spChg>
        <pc:picChg chg="add">
          <ac:chgData name="Samuel B Fernandes" userId="6d96ad7d-4ada-4a90-936f-060428e74a02" providerId="ADAL" clId="{94EB6F2F-7025-254D-A2F0-62EB3383698B}" dt="2025-01-31T16:08:41.227" v="304"/>
          <ac:picMkLst>
            <pc:docMk/>
            <pc:sldMk cId="1842229535" sldId="355"/>
            <ac:picMk id="4" creationId="{CEE9102A-8703-4C99-5D5E-7A8B6238A0E9}"/>
          </ac:picMkLst>
        </pc:picChg>
      </pc:sldChg>
      <pc:sldChg chg="del">
        <pc:chgData name="Samuel B Fernandes" userId="6d96ad7d-4ada-4a90-936f-060428e74a02" providerId="ADAL" clId="{94EB6F2F-7025-254D-A2F0-62EB3383698B}" dt="2025-01-31T16:20:49.267" v="425" actId="2696"/>
        <pc:sldMkLst>
          <pc:docMk/>
          <pc:sldMk cId="1107495933" sldId="356"/>
        </pc:sldMkLst>
      </pc:sldChg>
      <pc:sldChg chg="del">
        <pc:chgData name="Samuel B Fernandes" userId="6d96ad7d-4ada-4a90-936f-060428e74a02" providerId="ADAL" clId="{94EB6F2F-7025-254D-A2F0-62EB3383698B}" dt="2025-01-31T16:20:49.267" v="425" actId="2696"/>
        <pc:sldMkLst>
          <pc:docMk/>
          <pc:sldMk cId="4199496299" sldId="357"/>
        </pc:sldMkLst>
      </pc:sldChg>
      <pc:sldChg chg="modSp del">
        <pc:chgData name="Samuel B Fernandes" userId="6d96ad7d-4ada-4a90-936f-060428e74a02" providerId="ADAL" clId="{94EB6F2F-7025-254D-A2F0-62EB3383698B}" dt="2025-01-31T16:20:49.267" v="425" actId="2696"/>
        <pc:sldMkLst>
          <pc:docMk/>
          <pc:sldMk cId="209378673" sldId="358"/>
        </pc:sldMkLst>
        <pc:spChg chg="mod">
          <ac:chgData name="Samuel B Fernandes" userId="6d96ad7d-4ada-4a90-936f-060428e74a02" providerId="ADAL" clId="{94EB6F2F-7025-254D-A2F0-62EB3383698B}" dt="2025-01-31T15:59:50.165" v="242" actId="20577"/>
          <ac:spMkLst>
            <pc:docMk/>
            <pc:sldMk cId="209378673" sldId="358"/>
            <ac:spMk id="3" creationId="{A8BD2915-9C7E-D835-C512-F39EBBCA529A}"/>
          </ac:spMkLst>
        </pc:spChg>
      </pc:sldChg>
      <pc:sldChg chg="del">
        <pc:chgData name="Samuel B Fernandes" userId="6d96ad7d-4ada-4a90-936f-060428e74a02" providerId="ADAL" clId="{94EB6F2F-7025-254D-A2F0-62EB3383698B}" dt="2025-01-31T16:20:49.267" v="425" actId="2696"/>
        <pc:sldMkLst>
          <pc:docMk/>
          <pc:sldMk cId="272157743" sldId="359"/>
        </pc:sldMkLst>
      </pc:sldChg>
      <pc:sldChg chg="del">
        <pc:chgData name="Samuel B Fernandes" userId="6d96ad7d-4ada-4a90-936f-060428e74a02" providerId="ADAL" clId="{94EB6F2F-7025-254D-A2F0-62EB3383698B}" dt="2025-01-31T16:20:49.267" v="425" actId="2696"/>
        <pc:sldMkLst>
          <pc:docMk/>
          <pc:sldMk cId="1636892466" sldId="360"/>
        </pc:sldMkLst>
      </pc:sldChg>
      <pc:sldChg chg="del">
        <pc:chgData name="Samuel B Fernandes" userId="6d96ad7d-4ada-4a90-936f-060428e74a02" providerId="ADAL" clId="{94EB6F2F-7025-254D-A2F0-62EB3383698B}" dt="2025-01-31T16:20:49.267" v="425" actId="2696"/>
        <pc:sldMkLst>
          <pc:docMk/>
          <pc:sldMk cId="2454584348" sldId="361"/>
        </pc:sldMkLst>
      </pc:sldChg>
      <pc:sldChg chg="del">
        <pc:chgData name="Samuel B Fernandes" userId="6d96ad7d-4ada-4a90-936f-060428e74a02" providerId="ADAL" clId="{94EB6F2F-7025-254D-A2F0-62EB3383698B}" dt="2025-01-29T15:26:32.289" v="0" actId="2696"/>
        <pc:sldMkLst>
          <pc:docMk/>
          <pc:sldMk cId="706609117" sldId="362"/>
        </pc:sldMkLst>
      </pc:sldChg>
      <pc:sldChg chg="modSp new mod modAnim">
        <pc:chgData name="Samuel B Fernandes" userId="6d96ad7d-4ada-4a90-936f-060428e74a02" providerId="ADAL" clId="{94EB6F2F-7025-254D-A2F0-62EB3383698B}" dt="2025-01-29T16:03:39.385" v="240" actId="20577"/>
        <pc:sldMkLst>
          <pc:docMk/>
          <pc:sldMk cId="2928635094" sldId="362"/>
        </pc:sldMkLst>
        <pc:spChg chg="mod">
          <ac:chgData name="Samuel B Fernandes" userId="6d96ad7d-4ada-4a90-936f-060428e74a02" providerId="ADAL" clId="{94EB6F2F-7025-254D-A2F0-62EB3383698B}" dt="2025-01-29T15:52:17.297" v="59" actId="21"/>
          <ac:spMkLst>
            <pc:docMk/>
            <pc:sldMk cId="2928635094" sldId="362"/>
            <ac:spMk id="2" creationId="{2337B4C0-A56A-56C9-DFC4-11F5E16F453E}"/>
          </ac:spMkLst>
        </pc:spChg>
        <pc:spChg chg="mod">
          <ac:chgData name="Samuel B Fernandes" userId="6d96ad7d-4ada-4a90-936f-060428e74a02" providerId="ADAL" clId="{94EB6F2F-7025-254D-A2F0-62EB3383698B}" dt="2025-01-29T16:03:39.385" v="240" actId="20577"/>
          <ac:spMkLst>
            <pc:docMk/>
            <pc:sldMk cId="2928635094" sldId="362"/>
            <ac:spMk id="3" creationId="{ABF029A1-DEAA-E61F-8C31-C54629B68166}"/>
          </ac:spMkLst>
        </pc:spChg>
      </pc:sldChg>
      <pc:sldChg chg="del">
        <pc:chgData name="Samuel B Fernandes" userId="6d96ad7d-4ada-4a90-936f-060428e74a02" providerId="ADAL" clId="{94EB6F2F-7025-254D-A2F0-62EB3383698B}" dt="2025-01-29T15:26:32.289" v="0" actId="2696"/>
        <pc:sldMkLst>
          <pc:docMk/>
          <pc:sldMk cId="395142344" sldId="363"/>
        </pc:sldMkLst>
      </pc:sldChg>
      <pc:sldChg chg="modSp add mod modAnim">
        <pc:chgData name="Samuel B Fernandes" userId="6d96ad7d-4ada-4a90-936f-060428e74a02" providerId="ADAL" clId="{94EB6F2F-7025-254D-A2F0-62EB3383698B}" dt="2025-01-29T16:02:54.233" v="239"/>
        <pc:sldMkLst>
          <pc:docMk/>
          <pc:sldMk cId="553710083" sldId="363"/>
        </pc:sldMkLst>
        <pc:spChg chg="mod">
          <ac:chgData name="Samuel B Fernandes" userId="6d96ad7d-4ada-4a90-936f-060428e74a02" providerId="ADAL" clId="{94EB6F2F-7025-254D-A2F0-62EB3383698B}" dt="2025-01-29T16:02:29.852" v="236" actId="20577"/>
          <ac:spMkLst>
            <pc:docMk/>
            <pc:sldMk cId="553710083" sldId="363"/>
            <ac:spMk id="3" creationId="{359F06FE-F3DE-DEBE-4ABF-34F3093B850B}"/>
          </ac:spMkLst>
        </pc:spChg>
      </pc:sldChg>
      <pc:sldChg chg="addSp delSp modSp new mod modAnim">
        <pc:chgData name="Samuel B Fernandes" userId="6d96ad7d-4ada-4a90-936f-060428e74a02" providerId="ADAL" clId="{94EB6F2F-7025-254D-A2F0-62EB3383698B}" dt="2025-01-31T16:06:07.441" v="297"/>
        <pc:sldMkLst>
          <pc:docMk/>
          <pc:sldMk cId="3132544318" sldId="364"/>
        </pc:sldMkLst>
        <pc:spChg chg="mod">
          <ac:chgData name="Samuel B Fernandes" userId="6d96ad7d-4ada-4a90-936f-060428e74a02" providerId="ADAL" clId="{94EB6F2F-7025-254D-A2F0-62EB3383698B}" dt="2025-01-31T16:00:45.602" v="249" actId="404"/>
          <ac:spMkLst>
            <pc:docMk/>
            <pc:sldMk cId="3132544318" sldId="364"/>
            <ac:spMk id="2" creationId="{3DEA4A14-713D-BE23-7924-C28770C7EBFB}"/>
          </ac:spMkLst>
        </pc:spChg>
        <pc:spChg chg="del">
          <ac:chgData name="Samuel B Fernandes" userId="6d96ad7d-4ada-4a90-936f-060428e74a02" providerId="ADAL" clId="{94EB6F2F-7025-254D-A2F0-62EB3383698B}" dt="2025-01-31T16:03:56.999" v="254"/>
          <ac:spMkLst>
            <pc:docMk/>
            <pc:sldMk cId="3132544318" sldId="364"/>
            <ac:spMk id="3" creationId="{789C0011-D17A-40C6-4A02-C17220ACB1C3}"/>
          </ac:spMkLst>
        </pc:spChg>
        <pc:picChg chg="add mod">
          <ac:chgData name="Samuel B Fernandes" userId="6d96ad7d-4ada-4a90-936f-060428e74a02" providerId="ADAL" clId="{94EB6F2F-7025-254D-A2F0-62EB3383698B}" dt="2025-01-31T16:05:38.232" v="290" actId="1035"/>
          <ac:picMkLst>
            <pc:docMk/>
            <pc:sldMk cId="3132544318" sldId="364"/>
            <ac:picMk id="4" creationId="{6EF7696E-9B1E-DA78-C003-C9951B52D1A4}"/>
          </ac:picMkLst>
        </pc:picChg>
        <pc:picChg chg="add mod">
          <ac:chgData name="Samuel B Fernandes" userId="6d96ad7d-4ada-4a90-936f-060428e74a02" providerId="ADAL" clId="{94EB6F2F-7025-254D-A2F0-62EB3383698B}" dt="2025-01-31T16:05:43.961" v="291" actId="1076"/>
          <ac:picMkLst>
            <pc:docMk/>
            <pc:sldMk cId="3132544318" sldId="364"/>
            <ac:picMk id="5" creationId="{75954BCC-F6AC-4ACD-521D-3F48B0F2DD2C}"/>
          </ac:picMkLst>
        </pc:picChg>
        <pc:picChg chg="add mod">
          <ac:chgData name="Samuel B Fernandes" userId="6d96ad7d-4ada-4a90-936f-060428e74a02" providerId="ADAL" clId="{94EB6F2F-7025-254D-A2F0-62EB3383698B}" dt="2025-01-31T16:05:35.381" v="288" actId="1076"/>
          <ac:picMkLst>
            <pc:docMk/>
            <pc:sldMk cId="3132544318" sldId="364"/>
            <ac:picMk id="6" creationId="{C2F25F96-5D7B-5284-36A0-EB333989DA93}"/>
          </ac:picMkLst>
        </pc:picChg>
        <pc:picChg chg="add mod">
          <ac:chgData name="Samuel B Fernandes" userId="6d96ad7d-4ada-4a90-936f-060428e74a02" providerId="ADAL" clId="{94EB6F2F-7025-254D-A2F0-62EB3383698B}" dt="2025-01-31T16:05:51.915" v="294" actId="1037"/>
          <ac:picMkLst>
            <pc:docMk/>
            <pc:sldMk cId="3132544318" sldId="364"/>
            <ac:picMk id="7" creationId="{A9C81BF2-C7B8-5B6D-6CE4-618C5D7F9E21}"/>
          </ac:picMkLst>
        </pc:picChg>
        <pc:picChg chg="add mod">
          <ac:chgData name="Samuel B Fernandes" userId="6d96ad7d-4ada-4a90-936f-060428e74a02" providerId="ADAL" clId="{94EB6F2F-7025-254D-A2F0-62EB3383698B}" dt="2025-01-31T16:05:33.137" v="287" actId="571"/>
          <ac:picMkLst>
            <pc:docMk/>
            <pc:sldMk cId="3132544318" sldId="364"/>
            <ac:picMk id="8" creationId="{258E5256-8121-A302-9306-3A8ABDFD1554}"/>
          </ac:picMkLst>
        </pc:picChg>
      </pc:sldChg>
      <pc:sldChg chg="modSp new mod">
        <pc:chgData name="Samuel B Fernandes" userId="6d96ad7d-4ada-4a90-936f-060428e74a02" providerId="ADAL" clId="{94EB6F2F-7025-254D-A2F0-62EB3383698B}" dt="2025-01-31T16:37:20.288" v="639" actId="20577"/>
        <pc:sldMkLst>
          <pc:docMk/>
          <pc:sldMk cId="13252361" sldId="365"/>
        </pc:sldMkLst>
        <pc:spChg chg="mod">
          <ac:chgData name="Samuel B Fernandes" userId="6d96ad7d-4ada-4a90-936f-060428e74a02" providerId="ADAL" clId="{94EB6F2F-7025-254D-A2F0-62EB3383698B}" dt="2025-01-31T16:36:38.446" v="631" actId="20577"/>
          <ac:spMkLst>
            <pc:docMk/>
            <pc:sldMk cId="13252361" sldId="365"/>
            <ac:spMk id="2" creationId="{05D2C07C-54AF-95E9-B170-721BA24D240F}"/>
          </ac:spMkLst>
        </pc:spChg>
        <pc:spChg chg="mod">
          <ac:chgData name="Samuel B Fernandes" userId="6d96ad7d-4ada-4a90-936f-060428e74a02" providerId="ADAL" clId="{94EB6F2F-7025-254D-A2F0-62EB3383698B}" dt="2025-01-31T16:37:20.288" v="639" actId="20577"/>
          <ac:spMkLst>
            <pc:docMk/>
            <pc:sldMk cId="13252361" sldId="365"/>
            <ac:spMk id="3" creationId="{CEF6413D-615F-A610-2FC8-F2879839F6D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76F276-EE6D-DF4F-8392-FA3E83168DD8}" type="datetimeFigureOut">
              <a:rPr lang="en-US" smtClean="0"/>
              <a:t>1/31/25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435B9D-3EDA-0B44-BE90-13B8E384F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07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93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BC923-E720-035F-542F-690370FB8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0FAC3-3928-A12F-747F-A4B66C6B4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E8100D-2E33-78E9-8256-F32780234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F044D-DF6D-EBBD-26AA-7D06CBFF9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87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C9F5-46A5-E653-ACEB-98E3E8BCA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8A73D-E705-8722-ABD6-4C3DC9577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43EEB-BF3C-0C38-567A-EE22C3EB8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05733-F42D-587B-A3E9-FAADA814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F5F9E-66CF-FD89-ADA5-7DFF8F1BD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7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E441-6BD7-0ECB-9CFF-B3E2CDF77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D85AD-9B07-A82C-4456-4B0978DF3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82FD0-AC30-733B-65D7-42BC9B78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EFF81-D8DB-8EF2-26B2-DEDF59651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AF5FB-E667-C6C6-9BAA-2D7779D8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958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877C2-8C0C-CED4-2C3D-DC9A27B2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ED89E-02F7-2213-D1E7-DA79F625A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65A36-7990-B9CD-BFAF-59603572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48799-DFB5-F958-59AC-F4395C8D6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58546-3C9B-5272-BED6-9863BF3D9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4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7884-3EF4-7C0C-C0F0-C89E4705D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4C622-5669-D61A-4BA7-8C841C053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514FC-7BA8-A86E-E1F6-C9C78AD43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EC73C-9134-2336-771D-626E6273A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D6D73-F61F-BBA0-2B42-B394CFAD1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B3EC6-87AA-2BAF-B417-3B7322FF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28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3C3B-289F-A2BD-756F-E3DE140E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A9B30-5D19-50A3-7E96-9C7F090E9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31310-634C-1E53-9F48-FE9AF1104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B293D-0718-487B-F8BF-3D7C46E3C4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BA86BE-3680-095B-ABCC-4C73886965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D3D9B-9CBF-A94E-6C16-ADB235B3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97E7B1-A571-70A9-8D8D-226AFC65C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B4F61C-E138-EABD-149F-085314F1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31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1C6D-D7F2-0C84-3F85-39F036AD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28DE3-67E5-9048-7222-7E2F00AB4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85064C-B08A-7C41-D193-B885D3D6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875FA-D5F3-4CC0-468D-E437334D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67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BC8E29-A532-A4CD-6681-1996D6379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ABECE6-813E-63D5-980D-78EE0965E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56F51-1710-F337-9CD2-D879676E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66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C4F62-4911-E925-4BB6-C9EB17379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2E16F-93E1-CB4C-34F3-37E8A9F4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0CC38-AE8A-6866-52E4-7A672074F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A3583-CA7E-E3ED-B59E-1C6757C06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924C6-E994-45B4-275B-9DC613B13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B10EA-A019-90CF-D6D5-56E93C5A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2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92496-3C36-F69C-1DAC-A9C08487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03F93A-8BE5-4BF6-786F-F4260C6DE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95FF9-DB0F-D67B-33DE-5DC9F2A53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A3AD1-29CD-3EEB-E109-802D19329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5F187-76B5-C72E-080C-AB66C3B2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19D24-7EA0-8C42-7CA0-ED5C8159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37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508E-BF84-2AD1-BA10-960B87858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D1C68A-979D-A4FA-948F-CA98958B8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C600E-B5D6-C0A3-C323-DA78E1868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45821-134F-9EDC-BFCC-192D192F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2C268-062F-5CAA-9750-AA507AC6A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84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52EB96-BEB0-FBB0-B366-CE26CA86F8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A2736-26C5-9EA6-9864-7D814B99E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EC0A9-5C86-DBDC-82D3-3F45CFFD6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FCC23-3A20-12BC-3AA3-D4023D46D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2EF4D-A3D2-63D8-8EC2-6A6D8688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3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D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081CB6-BF24-BC74-3EEA-5896BC912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9A131-00FF-7B74-AFB9-D3922CB2F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DC1C6-B3A4-1D64-CE8C-F7D6B7495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1399A-5209-EB4E-8D86-43B52F9A823B}" type="datetimeFigureOut">
              <a:rPr lang="en-US" smtClean="0"/>
              <a:t>1/31/25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2A13B-57FE-44A8-3DBB-60FBC9C2ED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D596A-5314-C5B6-EE69-4BA3E5A48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2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samuelbf@uark.edu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FD8B-91DA-157E-01E6-E68C0246D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211" y="3764129"/>
            <a:ext cx="10916365" cy="1637306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  <a:t>AGST  50104</a:t>
            </a:r>
            <a:br>
              <a:rPr lang="en-US" b="1" i="0" dirty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</a:br>
            <a:r>
              <a:rPr lang="en-US" b="1" i="0" dirty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  <a:t> Experimental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9207E-67F5-6F20-4B70-1C5C3B9814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7688" y="5401435"/>
            <a:ext cx="9653792" cy="814809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b="0" i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  <a:t>Samuel B. Fernandes, Ph.D.</a:t>
            </a:r>
            <a:br>
              <a:rPr lang="en-US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US" b="0" i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  <a:t>E-mail: </a:t>
            </a:r>
            <a:r>
              <a:rPr lang="en-US" b="0" i="0" u="none" strike="noStrike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samuelbf@uark.edu</a:t>
            </a:r>
            <a:endParaRPr lang="en-US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</p:txBody>
      </p:sp>
      <p:pic>
        <p:nvPicPr>
          <p:cNvPr id="7" name="Graphic 6" descr="Test Plan">
            <a:extLst>
              <a:ext uri="{FF2B5EF4-FFF2-40B4-BE49-F238E27FC236}">
                <a16:creationId xmlns:a16="http://schemas.microsoft.com/office/drawing/2014/main" id="{DF8DBBA5-BA5F-3617-3EC1-B8CEE4F60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6412" y="932016"/>
            <a:ext cx="2506511" cy="2506511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66798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FD8B-91DA-157E-01E6-E68C0246D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6132" y="1995200"/>
            <a:ext cx="10359736" cy="2387600"/>
          </a:xfrm>
        </p:spPr>
        <p:txBody>
          <a:bodyPr>
            <a:normAutofit/>
          </a:bodyPr>
          <a:lstStyle/>
          <a:p>
            <a:r>
              <a:rPr lang="en-US" sz="4800" dirty="0"/>
              <a:t>Completely Randomized Design</a:t>
            </a:r>
            <a:br>
              <a:rPr lang="en-US" sz="4800" dirty="0"/>
            </a:br>
            <a:r>
              <a:rPr lang="en-US" sz="4800" dirty="0"/>
              <a:t> (CRD)</a:t>
            </a:r>
          </a:p>
        </p:txBody>
      </p:sp>
    </p:spTree>
    <p:extLst>
      <p:ext uri="{BB962C8B-B14F-4D97-AF65-F5344CB8AC3E}">
        <p14:creationId xmlns:p14="http://schemas.microsoft.com/office/powerpoint/2010/main" val="3903830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7B4C0-A56A-56C9-DFC4-11F5E16F4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note for Normal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029A1-DEAA-E61F-8C31-C54629B68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Regular Algebra:</a:t>
            </a:r>
          </a:p>
          <a:p>
            <a:r>
              <a:rPr lang="en-US" dirty="0"/>
              <a:t>3x = 6</a:t>
            </a:r>
          </a:p>
          <a:p>
            <a:pPr marL="0" indent="0">
              <a:buNone/>
            </a:pPr>
            <a:r>
              <a:rPr lang="en-US" dirty="0"/>
              <a:t>To solve for x, we undo the </a:t>
            </a:r>
            <a:r>
              <a:rPr lang="en-US"/>
              <a:t>multiplication by </a:t>
            </a:r>
            <a:r>
              <a:rPr lang="en-US" dirty="0"/>
              <a:t>dividing both sides by 3:</a:t>
            </a:r>
          </a:p>
          <a:p>
            <a:r>
              <a:rPr lang="en-US" dirty="0"/>
              <a:t>x = 6/3 = 2</a:t>
            </a:r>
          </a:p>
          <a:p>
            <a:pPr marL="0" indent="0">
              <a:buNone/>
            </a:pPr>
            <a:r>
              <a:rPr lang="en-US" dirty="0"/>
              <a:t>Another way to think about this is using the multiplicative inverse of 3, which is  1/3:</a:t>
            </a:r>
          </a:p>
          <a:p>
            <a:r>
              <a:rPr lang="en-US" dirty="0"/>
              <a:t>(3</a:t>
            </a:r>
            <a:r>
              <a:rPr lang="en-US" baseline="30000" dirty="0"/>
              <a:t>-1</a:t>
            </a:r>
            <a:r>
              <a:rPr lang="en-US" dirty="0"/>
              <a:t>) * 3x = (3</a:t>
            </a:r>
            <a:r>
              <a:rPr lang="en-US" baseline="30000" dirty="0"/>
              <a:t>-1</a:t>
            </a:r>
            <a:r>
              <a:rPr lang="en-US" dirty="0"/>
              <a:t>) * 6	 </a:t>
            </a:r>
            <a:r>
              <a:rPr lang="en-US" dirty="0">
                <a:sym typeface="Wingdings" pitchFamily="2" charset="2"/>
              </a:rPr>
              <a:t> 	</a:t>
            </a:r>
            <a:r>
              <a:rPr lang="en-US" dirty="0"/>
              <a:t>x =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63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CB5F5-025E-D5AD-6B02-0CFD52775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86554-1699-74E8-074F-755C4733F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note for Normal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F06FE-F3DE-DEBE-4ABF-34F3093B8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Matrices work similarly, but instead of dividing by a number, we multiply by something called the </a:t>
            </a:r>
            <a:r>
              <a:rPr lang="en-US" b="1" dirty="0"/>
              <a:t>matrix inverse</a:t>
            </a:r>
            <a:r>
              <a:rPr lang="en-US" dirty="0"/>
              <a:t>.</a:t>
            </a:r>
          </a:p>
          <a:p>
            <a:r>
              <a:rPr lang="en-US" dirty="0"/>
              <a:t>Suppose we have a system of equations written in </a:t>
            </a:r>
            <a:r>
              <a:rPr lang="en-US" b="1" dirty="0"/>
              <a:t>matrix form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AX = B</a:t>
            </a:r>
          </a:p>
          <a:p>
            <a:pPr marL="457200" lvl="1" indent="0">
              <a:buNone/>
            </a:pPr>
            <a:r>
              <a:rPr lang="en-US" dirty="0"/>
              <a:t>Where:</a:t>
            </a:r>
          </a:p>
          <a:p>
            <a:pPr lvl="1"/>
            <a:r>
              <a:rPr lang="en-US" dirty="0"/>
              <a:t>A  is a matrix (just like a number in regular algebra),</a:t>
            </a:r>
          </a:p>
          <a:p>
            <a:pPr lvl="1"/>
            <a:r>
              <a:rPr lang="en-US" dirty="0"/>
              <a:t>X  is what we’re solving for,</a:t>
            </a:r>
          </a:p>
          <a:p>
            <a:pPr lvl="1"/>
            <a:r>
              <a:rPr lang="en-US" dirty="0"/>
              <a:t>B  is the result.</a:t>
            </a:r>
          </a:p>
          <a:p>
            <a:pPr marL="0" indent="0">
              <a:buNone/>
            </a:pPr>
            <a:r>
              <a:rPr lang="en-US" dirty="0"/>
              <a:t>To solve for  X, we need to get rid of  A , just like we did with 3. But matrices </a:t>
            </a:r>
            <a:r>
              <a:rPr lang="en-US" b="1" dirty="0"/>
              <a:t>don’t have division</a:t>
            </a:r>
            <a:r>
              <a:rPr lang="en-US" dirty="0"/>
              <a:t>, so instead, we multiply both sides by the </a:t>
            </a:r>
            <a:r>
              <a:rPr lang="en-US" b="1" dirty="0"/>
              <a:t>inverse of </a:t>
            </a:r>
            <a:r>
              <a:rPr lang="en-US" dirty="0"/>
              <a:t> A </a:t>
            </a:r>
            <a:r>
              <a:rPr lang="en-US" b="1" dirty="0"/>
              <a:t>, written as </a:t>
            </a:r>
            <a:r>
              <a:rPr lang="en-US" dirty="0"/>
              <a:t> A</a:t>
            </a:r>
            <a:r>
              <a:rPr lang="en-US" baseline="30000" dirty="0"/>
              <a:t>-1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</a:t>
            </a:r>
            <a:r>
              <a:rPr lang="en-US" baseline="30000" dirty="0"/>
              <a:t>-1</a:t>
            </a:r>
            <a:r>
              <a:rPr lang="en-US" dirty="0"/>
              <a:t> AX = A</a:t>
            </a:r>
            <a:r>
              <a:rPr lang="en-US" baseline="30000" dirty="0"/>
              <a:t>-1</a:t>
            </a:r>
            <a:r>
              <a:rPr lang="en-US" dirty="0"/>
              <a:t> B</a:t>
            </a:r>
          </a:p>
          <a:p>
            <a:pPr marL="0" indent="0">
              <a:buNone/>
            </a:pPr>
            <a:r>
              <a:rPr lang="en-US" dirty="0"/>
              <a:t>Since multiplying a matrix by its inverse gives the </a:t>
            </a:r>
            <a:r>
              <a:rPr lang="en-US" b="1" dirty="0"/>
              <a:t>identity matrix</a:t>
            </a:r>
            <a:r>
              <a:rPr lang="en-US" dirty="0"/>
              <a:t> (like 1 in regular algebra), we get:</a:t>
            </a:r>
          </a:p>
          <a:p>
            <a:pPr lvl="1"/>
            <a:r>
              <a:rPr lang="en-US" dirty="0"/>
              <a:t>IX = A</a:t>
            </a:r>
            <a:r>
              <a:rPr lang="en-US" baseline="30000" dirty="0"/>
              <a:t>-1</a:t>
            </a:r>
            <a:r>
              <a:rPr lang="en-US" dirty="0"/>
              <a:t>B</a:t>
            </a:r>
          </a:p>
          <a:p>
            <a:pPr marL="0" indent="0">
              <a:buNone/>
            </a:pPr>
            <a:r>
              <a:rPr lang="en-US" dirty="0"/>
              <a:t>And since  I  (the identity matrix) doesn’t change anything, we simplify to:</a:t>
            </a:r>
          </a:p>
          <a:p>
            <a:pPr lvl="1"/>
            <a:r>
              <a:rPr lang="en-US" dirty="0"/>
              <a:t>X = A-1B</a:t>
            </a:r>
          </a:p>
        </p:txBody>
      </p:sp>
    </p:spTree>
    <p:extLst>
      <p:ext uri="{BB962C8B-B14F-4D97-AF65-F5344CB8AC3E}">
        <p14:creationId xmlns:p14="http://schemas.microsoft.com/office/powerpoint/2010/main" val="553710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EB9FA-2D58-F1F9-92CD-EE220E89A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the assumptions are violated?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EF315D9-DA3E-B302-2C50-C0E776D0E1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15550" y="2189570"/>
            <a:ext cx="5142490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EA4F51-99B5-8807-9567-296E4EDAD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420" y="1533567"/>
            <a:ext cx="7772400" cy="2822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FE989D-9355-8315-0DB0-1B33090AEF56}"/>
              </a:ext>
            </a:extLst>
          </p:cNvPr>
          <p:cNvSpPr txBox="1"/>
          <p:nvPr/>
        </p:nvSpPr>
        <p:spPr>
          <a:xfrm>
            <a:off x="333959" y="1939879"/>
            <a:ext cx="594214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errors: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Are independent of each other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Are normally distributed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Have a mean of 0 at all values of 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Have constant variance</a:t>
            </a:r>
          </a:p>
          <a:p>
            <a:r>
              <a:rPr lang="en-US" sz="2800" dirty="0"/>
              <a:t>(homoscedasticity)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89693B-C160-37BB-87A6-31450ED49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377" y="5689068"/>
            <a:ext cx="3022600" cy="596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508DCD-A5C9-B2A7-B7B8-DF787A89B9F7}"/>
              </a:ext>
            </a:extLst>
          </p:cNvPr>
          <p:cNvSpPr txBox="1"/>
          <p:nvPr/>
        </p:nvSpPr>
        <p:spPr>
          <a:xfrm>
            <a:off x="1128420" y="491090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8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</a:rPr>
              <a:t>ε~ </a:t>
            </a:r>
            <a:r>
              <a:rPr lang="en-US" sz="2800" b="0" i="0" dirty="0" err="1">
                <a:solidFill>
                  <a:srgbClr val="212529"/>
                </a:solidFill>
                <a:effectLst/>
                <a:latin typeface="Arial" panose="020B0604020202020204" pitchFamily="34" charset="0"/>
              </a:rPr>
              <a:t>i.i.d.</a:t>
            </a:r>
            <a:r>
              <a:rPr lang="en-US" sz="28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</a:rPr>
              <a:t> N(0, </a:t>
            </a:r>
            <a:r>
              <a:rPr lang="el-GR" sz="28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</a:rPr>
              <a:t>σ²)</a:t>
            </a:r>
            <a:endParaRPr lang="en-US" sz="2800" dirty="0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D60B2568-551B-9944-30D7-67C00AFD2D3A}"/>
              </a:ext>
            </a:extLst>
          </p:cNvPr>
          <p:cNvSpPr/>
          <p:nvPr/>
        </p:nvSpPr>
        <p:spPr>
          <a:xfrm>
            <a:off x="3819097" y="5587309"/>
            <a:ext cx="509880" cy="800417"/>
          </a:xfrm>
          <a:prstGeom prst="frame">
            <a:avLst>
              <a:gd name="adj1" fmla="val 104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30A71A2D-B1BE-8B6C-968D-6627C1EBBD46}"/>
              </a:ext>
            </a:extLst>
          </p:cNvPr>
          <p:cNvSpPr/>
          <p:nvPr/>
        </p:nvSpPr>
        <p:spPr>
          <a:xfrm>
            <a:off x="1571197" y="5632303"/>
            <a:ext cx="1494121" cy="800417"/>
          </a:xfrm>
          <a:prstGeom prst="frame">
            <a:avLst>
              <a:gd name="adj1" fmla="val 60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6FCFF5E6-2802-F735-01E2-4140C3275EFF}"/>
              </a:ext>
            </a:extLst>
          </p:cNvPr>
          <p:cNvSpPr/>
          <p:nvPr/>
        </p:nvSpPr>
        <p:spPr>
          <a:xfrm>
            <a:off x="3493784" y="5587308"/>
            <a:ext cx="509880" cy="800417"/>
          </a:xfrm>
          <a:prstGeom prst="frame">
            <a:avLst>
              <a:gd name="adj1" fmla="val 104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F62CF986-4217-6130-987C-E32E8194D447}"/>
              </a:ext>
            </a:extLst>
          </p:cNvPr>
          <p:cNvSpPr/>
          <p:nvPr/>
        </p:nvSpPr>
        <p:spPr>
          <a:xfrm>
            <a:off x="3053897" y="5583843"/>
            <a:ext cx="509880" cy="800417"/>
          </a:xfrm>
          <a:prstGeom prst="frame">
            <a:avLst>
              <a:gd name="adj1" fmla="val 104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17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 animBg="1"/>
      <p:bldP spid="3" grpId="1" animBg="1"/>
      <p:bldP spid="8" grpId="0" animBg="1"/>
      <p:bldP spid="8" grpId="1" animBg="1"/>
      <p:bldP spid="8" grpId="2" animBg="1"/>
      <p:bldP spid="9" grpId="0" animBg="1"/>
      <p:bldP spid="9" grpId="1" animBg="1"/>
      <p:bldP spid="10" grpId="0" animBg="1"/>
      <p:bldP spid="10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40FCF3-AA19-7A13-4C98-9C5D93D23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872" y="3587265"/>
            <a:ext cx="6698197" cy="29056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417FAF-11D6-FA68-DEFB-3E548B8B5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14" y="3098239"/>
            <a:ext cx="1510146" cy="60774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5873E98-E8A3-3BBA-C675-67DB71E0E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Box-Cox Power transformations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B1AFD1-4150-7D2F-44B5-BDD743B6C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024437"/>
            <a:ext cx="1565393" cy="6077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B3D8DEA-E5BE-B2EB-E608-ABC691141735}"/>
              </a:ext>
            </a:extLst>
          </p:cNvPr>
          <p:cNvSpPr txBox="1"/>
          <p:nvPr/>
        </p:nvSpPr>
        <p:spPr>
          <a:xfrm>
            <a:off x="3581872" y="1613118"/>
            <a:ext cx="830532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CMR10"/>
              </a:rPr>
              <a:t>If the variance tends to increase as the mean increases, choose a value of </a:t>
            </a:r>
            <a:r>
              <a:rPr lang="el-GR" sz="2800" dirty="0">
                <a:effectLst/>
                <a:latin typeface="CMMI10"/>
              </a:rPr>
              <a:t>λ </a:t>
            </a:r>
            <a:r>
              <a:rPr lang="en-US" sz="2800" dirty="0">
                <a:effectLst/>
                <a:latin typeface="CMR10"/>
              </a:rPr>
              <a:t>less than one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CMR10"/>
              </a:rPr>
              <a:t>If the variance tends to de- crease as the mean increases, choose a value of </a:t>
            </a:r>
            <a:r>
              <a:rPr lang="el-GR" sz="2800" dirty="0">
                <a:effectLst/>
                <a:latin typeface="CMMI10"/>
              </a:rPr>
              <a:t>λ </a:t>
            </a:r>
            <a:r>
              <a:rPr lang="en-US" sz="2800" dirty="0">
                <a:effectLst/>
                <a:latin typeface="CMR10"/>
              </a:rPr>
              <a:t>greater than one.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1282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67A78A-FC90-8A0E-EE08-E4C702D9F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493" y="191655"/>
            <a:ext cx="5562600" cy="5359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C4BB53-011C-1D96-4EAD-659915CBB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297546"/>
            <a:ext cx="5105400" cy="1498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64BCF6-A483-87A7-9030-749F1F34D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108" y="5526809"/>
            <a:ext cx="9626025" cy="77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664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F6E31-3AF5-A0DE-5D7C-5140A35AD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the transformed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9E704-A843-AAED-2BEE-B17AEA83B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525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Original data: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E504E-74E9-0F45-C7DB-51324B25E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88895"/>
            <a:ext cx="7772400" cy="179098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2C29FA3-F3F0-EB3B-E7D8-87567AB50489}"/>
              </a:ext>
            </a:extLst>
          </p:cNvPr>
          <p:cNvGrpSpPr/>
          <p:nvPr/>
        </p:nvGrpSpPr>
        <p:grpSpPr>
          <a:xfrm>
            <a:off x="762000" y="4638098"/>
            <a:ext cx="10515600" cy="1733619"/>
            <a:chOff x="762000" y="4638098"/>
            <a:chExt cx="10515600" cy="173361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C73E63F-A7BB-6AF2-97DB-3388F230A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5419217"/>
              <a:ext cx="5829300" cy="952500"/>
            </a:xfrm>
            <a:prstGeom prst="rect">
              <a:avLst/>
            </a:prstGeom>
          </p:spPr>
        </p:pic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98DFDA95-1C4D-BEE7-B7C2-73FF4E6CB52C}"/>
                </a:ext>
              </a:extLst>
            </p:cNvPr>
            <p:cNvSpPr txBox="1">
              <a:spLocks/>
            </p:cNvSpPr>
            <p:nvPr/>
          </p:nvSpPr>
          <p:spPr>
            <a:xfrm>
              <a:off x="762000" y="4638098"/>
              <a:ext cx="10515600" cy="9525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dirty="0"/>
                <a:t>Transformed data: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009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BE39B-19E8-AF2C-2DCF-D9F24AFD0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Known distribution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A8F787-D17F-24B3-EC39-275282FB1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8753" y="2167367"/>
            <a:ext cx="9438409" cy="345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454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212E1-FAC0-0EFA-78F7-D7D58AE26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least squares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B910AC-E28D-E70C-50CA-75FCF6FD79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7400" y="2046721"/>
            <a:ext cx="3976309" cy="4470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AFA3DC-DC34-C6CF-A014-51B224565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37" y="4241682"/>
            <a:ext cx="7175500" cy="1689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807051-5BA6-6CFD-CF24-5719C3FCE7AA}"/>
              </a:ext>
            </a:extLst>
          </p:cNvPr>
          <p:cNvSpPr txBox="1"/>
          <p:nvPr/>
        </p:nvSpPr>
        <p:spPr>
          <a:xfrm>
            <a:off x="568037" y="2849851"/>
            <a:ext cx="1103860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effectLst/>
                <a:latin typeface="CMMIB10"/>
              </a:rPr>
              <a:t>W </a:t>
            </a:r>
            <a:r>
              <a:rPr lang="en-US" sz="3200" dirty="0">
                <a:effectLst/>
                <a:latin typeface="CMR10"/>
              </a:rPr>
              <a:t>is a diagonal matrix whose diagonal elements are the reciprocals of the standard deviation within each treatment level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6513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51721-8E09-8887-6BBE-5E95A8E76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WLS vs OLS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D1377C-D871-3539-478D-9520104D45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1796" y="3543146"/>
            <a:ext cx="7602822" cy="27729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127CC4-5112-8027-B2D9-EE7C0CD602EA}"/>
              </a:ext>
            </a:extLst>
          </p:cNvPr>
          <p:cNvSpPr txBox="1"/>
          <p:nvPr/>
        </p:nvSpPr>
        <p:spPr>
          <a:xfrm>
            <a:off x="838200" y="2237637"/>
            <a:ext cx="102887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MR10"/>
              </a:rPr>
              <a:t>T</a:t>
            </a:r>
            <a:r>
              <a:rPr lang="en-US" sz="3200" dirty="0">
                <a:effectLst/>
                <a:latin typeface="CMR10"/>
              </a:rPr>
              <a:t>he weighted least squares is more sensitive than the unweighted least squares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70151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2F2DE-065B-3C12-FAB9-CEAE50A48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linear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D1E7C-B76F-A8CC-4656-8F8893977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Must specify the error distribution and a link function in addition to the model </a:t>
            </a:r>
          </a:p>
          <a:p>
            <a:r>
              <a:rPr lang="en-US" dirty="0"/>
              <a:t>When the link function is the identity, and the distribution is normal, the generalized linear model analysis = OLS (ANOVA F-test) </a:t>
            </a:r>
          </a:p>
          <a:p>
            <a:r>
              <a:rPr lang="en-US" dirty="0"/>
              <a:t>More in future classes</a:t>
            </a:r>
          </a:p>
        </p:txBody>
      </p:sp>
    </p:spTree>
    <p:extLst>
      <p:ext uri="{BB962C8B-B14F-4D97-AF65-F5344CB8AC3E}">
        <p14:creationId xmlns:p14="http://schemas.microsoft.com/office/powerpoint/2010/main" val="1763345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A4A14-713D-BE23-7924-C28770C7E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Summary Table of ANOVA Assumptions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9C81BF2-C7B8-5B6D-6CE4-618C5D7F9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6967" y="4106279"/>
            <a:ext cx="4597400" cy="2692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F7696E-9B1E-DA78-C003-C9951B52D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3" y="1386667"/>
            <a:ext cx="2870200" cy="2692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954BCC-F6AC-4ACD-521D-3F48B0F2D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8621" y="1400273"/>
            <a:ext cx="4025900" cy="2692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F25F96-5D7B-5284-36A0-EB333989DA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93" y="4106279"/>
            <a:ext cx="45974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544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AE34E-BB79-F056-7228-472B573C5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Replicates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E6CF5-CBA0-D3BA-5AA3-6A6378628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700" dirty="0"/>
              <a:t>Statistical significance =/= practical significance</a:t>
            </a:r>
          </a:p>
          <a:p>
            <a:r>
              <a:rPr lang="en-US" sz="2700" dirty="0"/>
              <a:t>Increasing the number of replicates increases the sensitivity of the experiment </a:t>
            </a:r>
          </a:p>
          <a:p>
            <a:pPr lvl="1"/>
            <a:r>
              <a:rPr lang="en-US" sz="2700" dirty="0"/>
              <a:t>Power: Probability of rejecting a false null hypothesis</a:t>
            </a:r>
          </a:p>
          <a:p>
            <a:pPr lvl="1"/>
            <a:r>
              <a:rPr lang="en-US" sz="2700" dirty="0"/>
              <a:t>Sensitivity: Probability of correctly identifying true positives</a:t>
            </a:r>
          </a:p>
          <a:p>
            <a:r>
              <a:rPr lang="en-US" sz="2700" dirty="0"/>
              <a:t>Power for a two-sample t-test</a:t>
            </a:r>
          </a:p>
          <a:p>
            <a:pPr marL="457200" lvl="1" indent="0">
              <a:buNone/>
            </a:pPr>
            <a:r>
              <a:rPr lang="en-US" i="1" dirty="0">
                <a:latin typeface="Andale Mono" panose="020B0509000000000004" pitchFamily="49" charset="0"/>
              </a:rPr>
              <a:t>library(</a:t>
            </a:r>
            <a:r>
              <a:rPr lang="en-US" i="1" dirty="0" err="1">
                <a:latin typeface="Andale Mono" panose="020B0509000000000004" pitchFamily="49" charset="0"/>
              </a:rPr>
              <a:t>pwr</a:t>
            </a:r>
            <a:r>
              <a:rPr lang="en-US" i="1" dirty="0">
                <a:latin typeface="Andale Mono" panose="020B05090000000000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i="1" dirty="0" err="1">
                <a:latin typeface="Andale Mono" panose="020B0509000000000004" pitchFamily="49" charset="0"/>
              </a:rPr>
              <a:t>pwr.t.test</a:t>
            </a:r>
            <a:r>
              <a:rPr lang="en-US" i="1" dirty="0">
                <a:latin typeface="Andale Mono" panose="020B0509000000000004" pitchFamily="49" charset="0"/>
              </a:rPr>
              <a:t>(n = 50, d = 0.5, </a:t>
            </a:r>
            <a:r>
              <a:rPr lang="en-US" i="1" dirty="0" err="1">
                <a:latin typeface="Andale Mono" panose="020B0509000000000004" pitchFamily="49" charset="0"/>
              </a:rPr>
              <a:t>sig.level</a:t>
            </a:r>
            <a:r>
              <a:rPr lang="en-US" i="1" dirty="0">
                <a:latin typeface="Andale Mono" panose="020B0509000000000004" pitchFamily="49" charset="0"/>
              </a:rPr>
              <a:t> = 0.05, type = "</a:t>
            </a:r>
            <a:r>
              <a:rPr lang="en-US" i="1" dirty="0" err="1">
                <a:latin typeface="Andale Mono" panose="020B0509000000000004" pitchFamily="49" charset="0"/>
              </a:rPr>
              <a:t>two.sample</a:t>
            </a:r>
            <a:r>
              <a:rPr lang="en-US" i="1" dirty="0">
                <a:latin typeface="Andale Mono" panose="020B0509000000000004" pitchFamily="49" charset="0"/>
              </a:rPr>
              <a:t>", alternative = "</a:t>
            </a:r>
            <a:r>
              <a:rPr lang="en-US" i="1" dirty="0" err="1">
                <a:latin typeface="Andale Mono" panose="020B0509000000000004" pitchFamily="49" charset="0"/>
              </a:rPr>
              <a:t>two.sided</a:t>
            </a:r>
            <a:r>
              <a:rPr lang="en-US" i="1" dirty="0">
                <a:latin typeface="Andale Mono" panose="020B0509000000000004" pitchFamily="49" charset="0"/>
              </a:rPr>
              <a:t>")</a:t>
            </a:r>
          </a:p>
          <a:p>
            <a:pPr marL="457200" lvl="1" indent="0">
              <a:buNone/>
            </a:pPr>
            <a:endParaRPr lang="en-US" i="1" dirty="0">
              <a:latin typeface="Andale Mono" panose="020B0509000000000004" pitchFamily="49" charset="0"/>
            </a:endParaRPr>
          </a:p>
          <a:p>
            <a:pPr marL="457200" lvl="1" indent="0">
              <a:buNone/>
            </a:pPr>
            <a:r>
              <a:rPr lang="en-US" i="1" dirty="0">
                <a:latin typeface="Andale Mono" panose="020B0509000000000004" pitchFamily="49" charset="0"/>
              </a:rPr>
              <a:t>• n = 50 (sample size per group)</a:t>
            </a:r>
          </a:p>
          <a:p>
            <a:pPr marL="457200" lvl="1" indent="0">
              <a:buNone/>
            </a:pPr>
            <a:r>
              <a:rPr lang="en-US" i="1" dirty="0">
                <a:latin typeface="Andale Mono" panose="020B0509000000000004" pitchFamily="49" charset="0"/>
              </a:rPr>
              <a:t>• d = 0.5 (moderate effect size)</a:t>
            </a:r>
          </a:p>
          <a:p>
            <a:pPr marL="457200" lvl="1" indent="0">
              <a:buNone/>
            </a:pPr>
            <a:r>
              <a:rPr lang="en-US" i="1" dirty="0">
                <a:latin typeface="Andale Mono" panose="020B0509000000000004" pitchFamily="49" charset="0"/>
              </a:rPr>
              <a:t>• </a:t>
            </a:r>
            <a:r>
              <a:rPr lang="en-US" i="1" dirty="0" err="1">
                <a:latin typeface="Andale Mono" panose="020B0509000000000004" pitchFamily="49" charset="0"/>
              </a:rPr>
              <a:t>sig.level</a:t>
            </a:r>
            <a:r>
              <a:rPr lang="en-US" i="1" dirty="0">
                <a:latin typeface="Andale Mono" panose="020B0509000000000004" pitchFamily="49" charset="0"/>
              </a:rPr>
              <a:t> = 0.05 (alpha level)</a:t>
            </a:r>
          </a:p>
          <a:p>
            <a:pPr marL="457200" lvl="1" indent="0">
              <a:buNone/>
            </a:pPr>
            <a:r>
              <a:rPr lang="en-US" i="1" dirty="0">
                <a:latin typeface="Andale Mono" panose="020B0509000000000004" pitchFamily="49" charset="0"/>
              </a:rPr>
              <a:t>• type = "</a:t>
            </a:r>
            <a:r>
              <a:rPr lang="en-US" i="1" dirty="0" err="1">
                <a:latin typeface="Andale Mono" panose="020B0509000000000004" pitchFamily="49" charset="0"/>
              </a:rPr>
              <a:t>two.sample</a:t>
            </a:r>
            <a:r>
              <a:rPr lang="en-US" i="1" dirty="0">
                <a:latin typeface="Andale Mono" panose="020B0509000000000004" pitchFamily="49" charset="0"/>
              </a:rPr>
              <a:t>" (two-sample t-test)</a:t>
            </a:r>
          </a:p>
          <a:p>
            <a:pPr marL="0" indent="0">
              <a:buNone/>
            </a:pPr>
            <a:r>
              <a:rPr lang="en-US" dirty="0"/>
              <a:t>How to increase power?</a:t>
            </a:r>
          </a:p>
          <a:p>
            <a:pPr marL="0" indent="0">
              <a:buNone/>
            </a:pPr>
            <a:r>
              <a:rPr lang="en-US" dirty="0"/>
              <a:t>✅ </a:t>
            </a:r>
            <a:r>
              <a:rPr lang="en-US" b="1" dirty="0"/>
              <a:t>Increase sample size (</a:t>
            </a:r>
            <a:r>
              <a:rPr lang="en-US" dirty="0"/>
              <a:t> n </a:t>
            </a:r>
            <a:r>
              <a:rPr lang="en-US" b="1" dirty="0"/>
              <a:t>)</a:t>
            </a:r>
            <a:r>
              <a:rPr lang="en-US" dirty="0"/>
              <a:t> → Best method.</a:t>
            </a:r>
          </a:p>
          <a:p>
            <a:pPr marL="0" indent="0">
              <a:buNone/>
            </a:pPr>
            <a:r>
              <a:rPr lang="en-US" dirty="0"/>
              <a:t>✅ </a:t>
            </a:r>
            <a:r>
              <a:rPr lang="en-US" b="1" dirty="0"/>
              <a:t>Increase effect size (</a:t>
            </a:r>
            <a:r>
              <a:rPr lang="en-US" dirty="0"/>
              <a:t> d </a:t>
            </a:r>
            <a:r>
              <a:rPr lang="en-US" b="1" dirty="0"/>
              <a:t>)</a:t>
            </a:r>
            <a:r>
              <a:rPr lang="en-US" dirty="0"/>
              <a:t> → Not always possible.</a:t>
            </a:r>
          </a:p>
          <a:p>
            <a:pPr marL="0" indent="0">
              <a:buNone/>
            </a:pPr>
            <a:r>
              <a:rPr lang="en-US" dirty="0"/>
              <a:t>✅ </a:t>
            </a:r>
            <a:r>
              <a:rPr lang="en-US" b="1" dirty="0"/>
              <a:t>Increase </a:t>
            </a:r>
            <a:r>
              <a:rPr lang="en-US" dirty="0"/>
              <a:t> alpha  (e.g., from 0.01 to 0.05) → Higher risk of Type I error.</a:t>
            </a:r>
          </a:p>
          <a:p>
            <a:pPr marL="0" indent="0">
              <a:buNone/>
            </a:pPr>
            <a:r>
              <a:rPr lang="en-US" dirty="0"/>
              <a:t>✅ </a:t>
            </a:r>
            <a:r>
              <a:rPr lang="en-US" b="1" dirty="0"/>
              <a:t>Reduce variability</a:t>
            </a:r>
            <a:r>
              <a:rPr lang="en-US" dirty="0"/>
              <a:t> (better measurement techniques, control extraneous factors).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22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2C07C-54AF-95E9-B170-721BA24D2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6413D-615F-A610-2FC8-F2879839F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Reference</a:t>
            </a:r>
          </a:p>
          <a:p>
            <a:r>
              <a:rPr lang="en-US" dirty="0"/>
              <a:t>Most Figures and R codes from week 3 are coming from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Design and Analysis of Experiments with R. Lawson, 2015. ISBN 9781439868133</a:t>
            </a:r>
          </a:p>
          <a:p>
            <a:pPr lvl="1"/>
            <a:endParaRPr lang="en-US" b="0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US" dirty="0"/>
              <a:t>Another material for CRD:</a:t>
            </a:r>
          </a:p>
          <a:p>
            <a:pPr marL="457200" lvl="1" indent="0">
              <a:buNone/>
            </a:pPr>
            <a:r>
              <a:rPr lang="en-US" dirty="0"/>
              <a:t>https://</a:t>
            </a:r>
            <a:r>
              <a:rPr lang="en-US" dirty="0" err="1"/>
              <a:t>www.theopeneducator.com</a:t>
            </a:r>
            <a:r>
              <a:rPr lang="en-US" dirty="0"/>
              <a:t>/doe</a:t>
            </a:r>
          </a:p>
        </p:txBody>
      </p:sp>
    </p:spTree>
    <p:extLst>
      <p:ext uri="{BB962C8B-B14F-4D97-AF65-F5344CB8AC3E}">
        <p14:creationId xmlns:p14="http://schemas.microsoft.com/office/powerpoint/2010/main" val="13252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6486</TotalTime>
  <Words>675</Words>
  <Application>Microsoft Macintosh PowerPoint</Application>
  <PresentationFormat>Widescreen</PresentationFormat>
  <Paragraphs>75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Andale Mono</vt:lpstr>
      <vt:lpstr>Arial</vt:lpstr>
      <vt:lpstr>Calibri</vt:lpstr>
      <vt:lpstr>CMMI10</vt:lpstr>
      <vt:lpstr>CMMIB10</vt:lpstr>
      <vt:lpstr>CMR10</vt:lpstr>
      <vt:lpstr>Helvetica</vt:lpstr>
      <vt:lpstr>Wingdings</vt:lpstr>
      <vt:lpstr>Office Theme</vt:lpstr>
      <vt:lpstr>AGST  50104  Experimental Design</vt:lpstr>
      <vt:lpstr>Completely Randomized Design  (CRD)</vt:lpstr>
      <vt:lpstr>Side note for Normal Equations</vt:lpstr>
      <vt:lpstr>Side note for Normal Equations</vt:lpstr>
      <vt:lpstr>What if the assumptions are violated?</vt:lpstr>
      <vt:lpstr>Box-Cox Power transformations</vt:lpstr>
      <vt:lpstr>PowerPoint Presentation</vt:lpstr>
      <vt:lpstr>Analysis of the transformed data</vt:lpstr>
      <vt:lpstr>Known distribution</vt:lpstr>
      <vt:lpstr>Weighted least squares </vt:lpstr>
      <vt:lpstr>WLS vs OLS</vt:lpstr>
      <vt:lpstr>Generalized linear model </vt:lpstr>
      <vt:lpstr>Summary Table of ANOVA Assumptions</vt:lpstr>
      <vt:lpstr>Number of Replicates </vt:lpstr>
      <vt:lpstr>Additional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of stats</dc:title>
  <dc:creator>Samuel B Fernandes</dc:creator>
  <cp:lastModifiedBy>Samuel B Fernandes</cp:lastModifiedBy>
  <cp:revision>18</cp:revision>
  <dcterms:created xsi:type="dcterms:W3CDTF">2023-01-21T17:19:51Z</dcterms:created>
  <dcterms:modified xsi:type="dcterms:W3CDTF">2025-01-31T16:37:26Z</dcterms:modified>
</cp:coreProperties>
</file>